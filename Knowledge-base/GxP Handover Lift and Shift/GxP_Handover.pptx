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33" r:id="rId30"/>
  </p:sldMasterIdLst>
  <p:notesMasterIdLst>
    <p:notesMasterId r:id="rId44"/>
  </p:notesMasterIdLst>
  <p:handoutMasterIdLst>
    <p:handoutMasterId r:id="rId45"/>
  </p:handoutMasterIdLst>
  <p:sldIdLst>
    <p:sldId id="2213" r:id="rId31"/>
    <p:sldId id="2175" r:id="rId32"/>
    <p:sldId id="2128" r:id="rId33"/>
    <p:sldId id="2245" r:id="rId34"/>
    <p:sldId id="2246" r:id="rId35"/>
    <p:sldId id="2247" r:id="rId36"/>
    <p:sldId id="2248" r:id="rId37"/>
    <p:sldId id="2240" r:id="rId38"/>
    <p:sldId id="2241" r:id="rId39"/>
    <p:sldId id="2251" r:id="rId40"/>
    <p:sldId id="2250" r:id="rId41"/>
    <p:sldId id="2249" r:id="rId42"/>
    <p:sldId id="2216" r:id="rId43"/>
  </p:sldIdLst>
  <p:sldSz cx="12195175" cy="6858000"/>
  <p:notesSz cx="6858000" cy="9144000"/>
  <p:embeddedFontLst>
    <p:embeddedFont>
      <p:font typeface="72 Brand" panose="020B0604020202020204" charset="0"/>
      <p:regular r:id="rId46"/>
      <p:bold r:id="rId47"/>
      <p:italic r:id="rId48"/>
      <p:boldItalic r:id="rId49"/>
    </p:embeddedFont>
    <p:embeddedFont>
      <p:font typeface="72 Brand Medium" panose="020B0604020202020204" charset="0"/>
      <p:regular r:id="rId50"/>
      <p:italic r:id="rId51"/>
    </p:embeddedFont>
  </p:embeddedFontLst>
  <p:custDataLst>
    <p:tags r:id="rId52"/>
  </p:custDataLst>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D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070F38-9D95-7DAC-DCBE-A0BA90698464}" v="644" dt="2026-06-01T17:14:47.556"/>
    <p1510:client id="{73332515-769E-4D2B-540F-F8BD6BAA0624}" v="211" dt="2026-06-02T14:30:16.851"/>
    <p1510:client id="{8FA4897E-73F6-43DD-89C9-82B4F4AB8136}" v="49" dt="2026-06-01T12:54:19.633"/>
    <p1510:client id="{9FDABBA9-B5F5-36D1-B9C0-017630418428}" v="249" dt="2026-06-01T08:05:07.235"/>
    <p1510:client id="{A82F1922-A9EB-5BE6-415E-267C738BDC5E}" v="194" dt="2026-06-02T10:18:14.827"/>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slide" Target="slides/slide9.xml"/><Relationship Id="rId21" Type="http://schemas.openxmlformats.org/officeDocument/2006/relationships/customXml" Target="../customXml/item21.xml"/><Relationship Id="rId34" Type="http://schemas.openxmlformats.org/officeDocument/2006/relationships/slide" Target="slides/slide4.xml"/><Relationship Id="rId42" Type="http://schemas.openxmlformats.org/officeDocument/2006/relationships/slide" Target="slides/slide12.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theme" Target="theme/theme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slide" Target="slides/slide2.xml"/><Relationship Id="rId37" Type="http://schemas.openxmlformats.org/officeDocument/2006/relationships/slide" Target="slides/slide7.xml"/><Relationship Id="rId40" Type="http://schemas.openxmlformats.org/officeDocument/2006/relationships/slide" Target="slides/slide10.xml"/><Relationship Id="rId45" Type="http://schemas.openxmlformats.org/officeDocument/2006/relationships/handoutMaster" Target="handoutMasters/handoutMaster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customXml" Target="../customXml/item5.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slideMaster" Target="slideMasters/slideMaster1.xml"/><Relationship Id="rId35" Type="http://schemas.openxmlformats.org/officeDocument/2006/relationships/slide" Target="slides/slide5.xml"/><Relationship Id="rId43" Type="http://schemas.openxmlformats.org/officeDocument/2006/relationships/slide" Target="slides/slide13.xml"/><Relationship Id="rId48" Type="http://schemas.openxmlformats.org/officeDocument/2006/relationships/font" Target="fonts/font3.fntdata"/><Relationship Id="rId56" Type="http://schemas.openxmlformats.org/officeDocument/2006/relationships/tableStyles" Target="tableStyles.xml"/><Relationship Id="rId8" Type="http://schemas.openxmlformats.org/officeDocument/2006/relationships/customXml" Target="../customXml/item8.xml"/><Relationship Id="rId51"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 Target="slides/slide3.xml"/><Relationship Id="rId38" Type="http://schemas.openxmlformats.org/officeDocument/2006/relationships/slide" Target="slides/slide8.xml"/><Relationship Id="rId46" Type="http://schemas.openxmlformats.org/officeDocument/2006/relationships/font" Target="fonts/font1.fntdata"/><Relationship Id="rId20" Type="http://schemas.openxmlformats.org/officeDocument/2006/relationships/customXml" Target="../customXml/item20.xml"/><Relationship Id="rId41" Type="http://schemas.openxmlformats.org/officeDocument/2006/relationships/slide" Target="slides/slide11.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slide" Target="slides/slide6.xml"/><Relationship Id="rId49" Type="http://schemas.openxmlformats.org/officeDocument/2006/relationships/font" Target="fonts/font4.fntdata"/><Relationship Id="rId57" Type="http://schemas.microsoft.com/office/2016/11/relationships/changesInfo" Target="changesInfos/changesInfo1.xml"/><Relationship Id="rId10" Type="http://schemas.openxmlformats.org/officeDocument/2006/relationships/customXml" Target="../customXml/item10.xml"/><Relationship Id="rId31" Type="http://schemas.openxmlformats.org/officeDocument/2006/relationships/slide" Target="slides/slide1.xml"/><Relationship Id="rId44" Type="http://schemas.openxmlformats.org/officeDocument/2006/relationships/notesMaster" Target="notesMasters/notesMaster1.xml"/><Relationship Id="rId52"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mmi Augustine, Jiss" userId="S::j.nimmi.augustine@sap.com::bb3bc91f-cb09-4bed-b965-f45607b7c32a" providerId="AD" clId="Web-{73332515-769E-4D2B-540F-F8BD6BAA0624}"/>
    <pc:docChg chg="modSld">
      <pc:chgData name="Nimmi Augustine, Jiss" userId="S::j.nimmi.augustine@sap.com::bb3bc91f-cb09-4bed-b965-f45607b7c32a" providerId="AD" clId="Web-{73332515-769E-4D2B-540F-F8BD6BAA0624}" dt="2026-06-02T14:30:14.914" v="125" actId="20577"/>
      <pc:docMkLst>
        <pc:docMk/>
      </pc:docMkLst>
      <pc:sldChg chg="modSp">
        <pc:chgData name="Nimmi Augustine, Jiss" userId="S::j.nimmi.augustine@sap.com::bb3bc91f-cb09-4bed-b965-f45607b7c32a" providerId="AD" clId="Web-{73332515-769E-4D2B-540F-F8BD6BAA0624}" dt="2026-06-02T14:23:02.008" v="110"/>
        <pc:sldMkLst>
          <pc:docMk/>
          <pc:sldMk cId="1859130962" sldId="2240"/>
        </pc:sldMkLst>
        <pc:spChg chg="mod">
          <ac:chgData name="Nimmi Augustine, Jiss" userId="S::j.nimmi.augustine@sap.com::bb3bc91f-cb09-4bed-b965-f45607b7c32a" providerId="AD" clId="Web-{73332515-769E-4D2B-540F-F8BD6BAA0624}" dt="2026-06-02T14:23:02.008" v="110"/>
          <ac:spMkLst>
            <pc:docMk/>
            <pc:sldMk cId="1859130962" sldId="2240"/>
            <ac:spMk id="3" creationId="{88F37C1F-DDC6-FA95-F761-26DCE3240F14}"/>
          </ac:spMkLst>
        </pc:spChg>
        <pc:graphicFrameChg chg="mod">
          <ac:chgData name="Nimmi Augustine, Jiss" userId="S::j.nimmi.augustine@sap.com::bb3bc91f-cb09-4bed-b965-f45607b7c32a" providerId="AD" clId="Web-{73332515-769E-4D2B-540F-F8BD6BAA0624}" dt="2026-06-02T10:58:59.745" v="7" actId="1076"/>
          <ac:graphicFrameMkLst>
            <pc:docMk/>
            <pc:sldMk cId="1859130962" sldId="2240"/>
            <ac:graphicFrameMk id="2" creationId="{FDA29171-DFD6-7333-8077-7E9E9403F97A}"/>
          </ac:graphicFrameMkLst>
        </pc:graphicFrameChg>
      </pc:sldChg>
      <pc:sldChg chg="modSp">
        <pc:chgData name="Nimmi Augustine, Jiss" userId="S::j.nimmi.augustine@sap.com::bb3bc91f-cb09-4bed-b965-f45607b7c32a" providerId="AD" clId="Web-{73332515-769E-4D2B-540F-F8BD6BAA0624}" dt="2026-06-02T14:20:33.393" v="108"/>
        <pc:sldMkLst>
          <pc:docMk/>
          <pc:sldMk cId="4278645927" sldId="2241"/>
        </pc:sldMkLst>
        <pc:spChg chg="mod">
          <ac:chgData name="Nimmi Augustine, Jiss" userId="S::j.nimmi.augustine@sap.com::bb3bc91f-cb09-4bed-b965-f45607b7c32a" providerId="AD" clId="Web-{73332515-769E-4D2B-540F-F8BD6BAA0624}" dt="2026-06-02T14:20:33.393" v="108"/>
          <ac:spMkLst>
            <pc:docMk/>
            <pc:sldMk cId="4278645927" sldId="2241"/>
            <ac:spMk id="3" creationId="{313244DF-6835-42A1-69B5-619D39E1CC94}"/>
          </ac:spMkLst>
        </pc:spChg>
      </pc:sldChg>
      <pc:sldChg chg="modSp">
        <pc:chgData name="Nimmi Augustine, Jiss" userId="S::j.nimmi.augustine@sap.com::bb3bc91f-cb09-4bed-b965-f45607b7c32a" providerId="AD" clId="Web-{73332515-769E-4D2B-540F-F8BD6BAA0624}" dt="2026-06-02T14:30:14.914" v="125" actId="20577"/>
        <pc:sldMkLst>
          <pc:docMk/>
          <pc:sldMk cId="756943629" sldId="2249"/>
        </pc:sldMkLst>
        <pc:spChg chg="mod">
          <ac:chgData name="Nimmi Augustine, Jiss" userId="S::j.nimmi.augustine@sap.com::bb3bc91f-cb09-4bed-b965-f45607b7c32a" providerId="AD" clId="Web-{73332515-769E-4D2B-540F-F8BD6BAA0624}" dt="2026-06-02T14:30:14.914" v="125" actId="20577"/>
          <ac:spMkLst>
            <pc:docMk/>
            <pc:sldMk cId="756943629" sldId="2249"/>
            <ac:spMk id="3" creationId="{BD81427A-88FB-9D57-7D90-D9B337CD67C8}"/>
          </ac:spMkLst>
        </pc:spChg>
      </pc:sldChg>
      <pc:sldChg chg="addSp modSp">
        <pc:chgData name="Nimmi Augustine, Jiss" userId="S::j.nimmi.augustine@sap.com::bb3bc91f-cb09-4bed-b965-f45607b7c32a" providerId="AD" clId="Web-{73332515-769E-4D2B-540F-F8BD6BAA0624}" dt="2026-06-02T14:19:53.486" v="103" actId="20577"/>
        <pc:sldMkLst>
          <pc:docMk/>
          <pc:sldMk cId="4112882617" sldId="2251"/>
        </pc:sldMkLst>
        <pc:spChg chg="add mod">
          <ac:chgData name="Nimmi Augustine, Jiss" userId="S::j.nimmi.augustine@sap.com::bb3bc91f-cb09-4bed-b965-f45607b7c32a" providerId="AD" clId="Web-{73332515-769E-4D2B-540F-F8BD6BAA0624}" dt="2026-06-02T14:19:53.486" v="103" actId="20577"/>
          <ac:spMkLst>
            <pc:docMk/>
            <pc:sldMk cId="4112882617" sldId="2251"/>
            <ac:spMk id="3" creationId="{55AC1B0D-5AF6-85B8-E48B-76440EA750C7}"/>
          </ac:spMkLst>
        </pc:spChg>
      </pc:sldChg>
    </pc:docChg>
  </pc:docChgLst>
  <pc:docChgLst>
    <pc:chgData name="Partsch, Ruediger" userId="08b9a149-9cab-4c63-a5e5-958b24902436" providerId="ADAL" clId="{2D1D71D8-9D79-53CB-B94E-7C8DC9C4ABEB}"/>
    <pc:docChg chg="undo custSel addSld delSld modSld">
      <pc:chgData name="Partsch, Ruediger" userId="08b9a149-9cab-4c63-a5e5-958b24902436" providerId="ADAL" clId="{2D1D71D8-9D79-53CB-B94E-7C8DC9C4ABEB}" dt="2026-05-28T07:29:09.790" v="430" actId="2696"/>
      <pc:docMkLst>
        <pc:docMk/>
      </pc:docMkLst>
      <pc:sldChg chg="addSp delSp modSp add mod">
        <pc:chgData name="Partsch, Ruediger" userId="08b9a149-9cab-4c63-a5e5-958b24902436" providerId="ADAL" clId="{2D1D71D8-9D79-53CB-B94E-7C8DC9C4ABEB}" dt="2026-05-28T07:09:57.389" v="259" actId="20577"/>
        <pc:sldMkLst>
          <pc:docMk/>
          <pc:sldMk cId="739822899" sldId="2245"/>
        </pc:sldMkLst>
        <pc:spChg chg="mod">
          <ac:chgData name="Partsch, Ruediger" userId="08b9a149-9cab-4c63-a5e5-958b24902436" providerId="ADAL" clId="{2D1D71D8-9D79-53CB-B94E-7C8DC9C4ABEB}" dt="2026-05-28T07:09:57.389" v="259" actId="20577"/>
          <ac:spMkLst>
            <pc:docMk/>
            <pc:sldMk cId="739822899" sldId="2245"/>
            <ac:spMk id="4" creationId="{C1042C84-B0E3-AFE1-2877-0416FD83660D}"/>
          </ac:spMkLst>
        </pc:spChg>
        <pc:spChg chg="add mod topLvl">
          <ac:chgData name="Partsch, Ruediger" userId="08b9a149-9cab-4c63-a5e5-958b24902436" providerId="ADAL" clId="{2D1D71D8-9D79-53CB-B94E-7C8DC9C4ABEB}" dt="2026-05-28T06:52:51.972" v="102" actId="2085"/>
          <ac:spMkLst>
            <pc:docMk/>
            <pc:sldMk cId="739822899" sldId="2245"/>
            <ac:spMk id="7" creationId="{AB1A924C-AEB5-B605-E12B-819E43C6F58D}"/>
          </ac:spMkLst>
        </pc:spChg>
        <pc:grpChg chg="add mod">
          <ac:chgData name="Partsch, Ruediger" userId="08b9a149-9cab-4c63-a5e5-958b24902436" providerId="ADAL" clId="{2D1D71D8-9D79-53CB-B94E-7C8DC9C4ABEB}" dt="2026-05-28T06:53:20.327" v="104" actId="14100"/>
          <ac:grpSpMkLst>
            <pc:docMk/>
            <pc:sldMk cId="739822899" sldId="2245"/>
            <ac:grpSpMk id="9" creationId="{92F5C324-C7D8-DD9F-5811-675D56EF6757}"/>
          </ac:grpSpMkLst>
        </pc:grpChg>
        <pc:picChg chg="add mod topLvl">
          <ac:chgData name="Partsch, Ruediger" userId="08b9a149-9cab-4c63-a5e5-958b24902436" providerId="ADAL" clId="{2D1D71D8-9D79-53CB-B94E-7C8DC9C4ABEB}" dt="2026-05-28T06:52:30.655" v="99" actId="164"/>
          <ac:picMkLst>
            <pc:docMk/>
            <pc:sldMk cId="739822899" sldId="2245"/>
            <ac:picMk id="5" creationId="{5C20427F-7249-8359-9F61-7929EEC130C8}"/>
          </ac:picMkLst>
        </pc:picChg>
      </pc:sldChg>
      <pc:sldChg chg="addSp delSp modSp add mod">
        <pc:chgData name="Partsch, Ruediger" userId="08b9a149-9cab-4c63-a5e5-958b24902436" providerId="ADAL" clId="{2D1D71D8-9D79-53CB-B94E-7C8DC9C4ABEB}" dt="2026-05-28T07:09:52.376" v="258" actId="20577"/>
        <pc:sldMkLst>
          <pc:docMk/>
          <pc:sldMk cId="3558477640" sldId="2246"/>
        </pc:sldMkLst>
        <pc:spChg chg="mod">
          <ac:chgData name="Partsch, Ruediger" userId="08b9a149-9cab-4c63-a5e5-958b24902436" providerId="ADAL" clId="{2D1D71D8-9D79-53CB-B94E-7C8DC9C4ABEB}" dt="2026-05-28T07:09:52.376" v="258" actId="20577"/>
          <ac:spMkLst>
            <pc:docMk/>
            <pc:sldMk cId="3558477640" sldId="2246"/>
            <ac:spMk id="4" creationId="{6D6AD175-DAC9-ED2A-F403-8E80B3C69264}"/>
          </ac:spMkLst>
        </pc:spChg>
        <pc:spChg chg="add mod">
          <ac:chgData name="Partsch, Ruediger" userId="08b9a149-9cab-4c63-a5e5-958b24902436" providerId="ADAL" clId="{2D1D71D8-9D79-53CB-B94E-7C8DC9C4ABEB}" dt="2026-05-28T06:57:09.259" v="188" actId="2085"/>
          <ac:spMkLst>
            <pc:docMk/>
            <pc:sldMk cId="3558477640" sldId="2246"/>
            <ac:spMk id="6" creationId="{9D4DEB8B-8510-30EF-7E64-EE7A27DDF460}"/>
          </ac:spMkLst>
        </pc:spChg>
        <pc:grpChg chg="add">
          <ac:chgData name="Partsch, Ruediger" userId="08b9a149-9cab-4c63-a5e5-958b24902436" providerId="ADAL" clId="{2D1D71D8-9D79-53CB-B94E-7C8DC9C4ABEB}" dt="2026-05-28T06:57:21.430" v="189" actId="164"/>
          <ac:grpSpMkLst>
            <pc:docMk/>
            <pc:sldMk cId="3558477640" sldId="2246"/>
            <ac:grpSpMk id="7" creationId="{C47B6355-3085-62D2-41D2-6A116B41E788}"/>
          </ac:grpSpMkLst>
        </pc:grpChg>
        <pc:picChg chg="add mod">
          <ac:chgData name="Partsch, Ruediger" userId="08b9a149-9cab-4c63-a5e5-958b24902436" providerId="ADAL" clId="{2D1D71D8-9D79-53CB-B94E-7C8DC9C4ABEB}" dt="2026-05-28T06:56:37.913" v="184" actId="1076"/>
          <ac:picMkLst>
            <pc:docMk/>
            <pc:sldMk cId="3558477640" sldId="2246"/>
            <ac:picMk id="5" creationId="{864C05A7-83D0-D88E-261A-9480034FD052}"/>
          </ac:picMkLst>
        </pc:picChg>
      </pc:sldChg>
      <pc:sldChg chg="addSp delSp modSp add mod">
        <pc:chgData name="Partsch, Ruediger" userId="08b9a149-9cab-4c63-a5e5-958b24902436" providerId="ADAL" clId="{2D1D71D8-9D79-53CB-B94E-7C8DC9C4ABEB}" dt="2026-05-28T07:09:43.080" v="255" actId="20577"/>
        <pc:sldMkLst>
          <pc:docMk/>
          <pc:sldMk cId="3923955725" sldId="2247"/>
        </pc:sldMkLst>
        <pc:spChg chg="mod">
          <ac:chgData name="Partsch, Ruediger" userId="08b9a149-9cab-4c63-a5e5-958b24902436" providerId="ADAL" clId="{2D1D71D8-9D79-53CB-B94E-7C8DC9C4ABEB}" dt="2026-05-28T07:09:43.080" v="255" actId="20577"/>
          <ac:spMkLst>
            <pc:docMk/>
            <pc:sldMk cId="3923955725" sldId="2247"/>
            <ac:spMk id="4" creationId="{56474AEA-63AF-6072-E5E0-AEB6742BDBC2}"/>
          </ac:spMkLst>
        </pc:spChg>
        <pc:picChg chg="add mod">
          <ac:chgData name="Partsch, Ruediger" userId="08b9a149-9cab-4c63-a5e5-958b24902436" providerId="ADAL" clId="{2D1D71D8-9D79-53CB-B94E-7C8DC9C4ABEB}" dt="2026-05-28T07:06:24.388" v="203" actId="14100"/>
          <ac:picMkLst>
            <pc:docMk/>
            <pc:sldMk cId="3923955725" sldId="2247"/>
            <ac:picMk id="5" creationId="{8274D657-5A9D-81B4-48F5-328A636106A9}"/>
          </ac:picMkLst>
        </pc:picChg>
      </pc:sldChg>
      <pc:sldChg chg="addSp delSp modSp add mod">
        <pc:chgData name="Partsch, Ruediger" userId="08b9a149-9cab-4c63-a5e5-958b24902436" providerId="ADAL" clId="{2D1D71D8-9D79-53CB-B94E-7C8DC9C4ABEB}" dt="2026-05-28T07:09:47.656" v="257" actId="20577"/>
        <pc:sldMkLst>
          <pc:docMk/>
          <pc:sldMk cId="786224820" sldId="2248"/>
        </pc:sldMkLst>
        <pc:spChg chg="mod">
          <ac:chgData name="Partsch, Ruediger" userId="08b9a149-9cab-4c63-a5e5-958b24902436" providerId="ADAL" clId="{2D1D71D8-9D79-53CB-B94E-7C8DC9C4ABEB}" dt="2026-05-28T07:09:47.656" v="257" actId="20577"/>
          <ac:spMkLst>
            <pc:docMk/>
            <pc:sldMk cId="786224820" sldId="2248"/>
            <ac:spMk id="4" creationId="{92611F1E-3A27-B9EE-1611-0A59E823E4B4}"/>
          </ac:spMkLst>
        </pc:spChg>
        <pc:spChg chg="add mod">
          <ac:chgData name="Partsch, Ruediger" userId="08b9a149-9cab-4c63-a5e5-958b24902436" providerId="ADAL" clId="{2D1D71D8-9D79-53CB-B94E-7C8DC9C4ABEB}" dt="2026-05-28T07:09:03.319" v="252" actId="2085"/>
          <ac:spMkLst>
            <pc:docMk/>
            <pc:sldMk cId="786224820" sldId="2248"/>
            <ac:spMk id="6" creationId="{C16D3F03-7830-30B7-B2B7-7A941B4E49D0}"/>
          </ac:spMkLst>
        </pc:spChg>
        <pc:grpChg chg="add">
          <ac:chgData name="Partsch, Ruediger" userId="08b9a149-9cab-4c63-a5e5-958b24902436" providerId="ADAL" clId="{2D1D71D8-9D79-53CB-B94E-7C8DC9C4ABEB}" dt="2026-05-28T07:09:14.005" v="253" actId="164"/>
          <ac:grpSpMkLst>
            <pc:docMk/>
            <pc:sldMk cId="786224820" sldId="2248"/>
            <ac:grpSpMk id="7" creationId="{BD366FEE-9724-DF8E-8ED8-ECA34B082C3B}"/>
          </ac:grpSpMkLst>
        </pc:grpChg>
        <pc:picChg chg="add mod">
          <ac:chgData name="Partsch, Ruediger" userId="08b9a149-9cab-4c63-a5e5-958b24902436" providerId="ADAL" clId="{2D1D71D8-9D79-53CB-B94E-7C8DC9C4ABEB}" dt="2026-05-28T07:08:32.901" v="246" actId="1076"/>
          <ac:picMkLst>
            <pc:docMk/>
            <pc:sldMk cId="786224820" sldId="2248"/>
            <ac:picMk id="5" creationId="{EF45D4F5-569D-05A7-C69E-EA6EDC20E515}"/>
          </ac:picMkLst>
        </pc:picChg>
      </pc:sldChg>
      <pc:sldChg chg="delSp modSp new mod">
        <pc:chgData name="Partsch, Ruediger" userId="08b9a149-9cab-4c63-a5e5-958b24902436" providerId="ADAL" clId="{2D1D71D8-9D79-53CB-B94E-7C8DC9C4ABEB}" dt="2026-05-28T07:28:49.743" v="429" actId="20577"/>
        <pc:sldMkLst>
          <pc:docMk/>
          <pc:sldMk cId="756943629" sldId="2249"/>
        </pc:sldMkLst>
        <pc:spChg chg="mod">
          <ac:chgData name="Partsch, Ruediger" userId="08b9a149-9cab-4c63-a5e5-958b24902436" providerId="ADAL" clId="{2D1D71D8-9D79-53CB-B94E-7C8DC9C4ABEB}" dt="2026-05-28T07:28:49.743" v="429" actId="20577"/>
          <ac:spMkLst>
            <pc:docMk/>
            <pc:sldMk cId="756943629" sldId="2249"/>
            <ac:spMk id="3" creationId="{BD81427A-88FB-9D57-7D90-D9B337CD67C8}"/>
          </ac:spMkLst>
        </pc:spChg>
        <pc:spChg chg="mod">
          <ac:chgData name="Partsch, Ruediger" userId="08b9a149-9cab-4c63-a5e5-958b24902436" providerId="ADAL" clId="{2D1D71D8-9D79-53CB-B94E-7C8DC9C4ABEB}" dt="2026-05-28T07:21:20.136" v="305"/>
          <ac:spMkLst>
            <pc:docMk/>
            <pc:sldMk cId="756943629" sldId="2249"/>
            <ac:spMk id="4" creationId="{1CCF1349-4371-4982-C8DD-260B7A39F4BA}"/>
          </ac:spMkLst>
        </pc:spChg>
      </pc:sldChg>
    </pc:docChg>
  </pc:docChgLst>
  <pc:docChgLst>
    <pc:chgData name="Nimmi Augustine, Jiss" userId="S::j.nimmi.augustine@sap.com::bb3bc91f-cb09-4bed-b965-f45607b7c32a" providerId="AD" clId="Web-{0F070F38-9D95-7DAC-DCBE-A0BA90698464}"/>
    <pc:docChg chg="modSld">
      <pc:chgData name="Nimmi Augustine, Jiss" userId="S::j.nimmi.augustine@sap.com::bb3bc91f-cb09-4bed-b965-f45607b7c32a" providerId="AD" clId="Web-{0F070F38-9D95-7DAC-DCBE-A0BA90698464}" dt="2026-06-01T17:14:51.181" v="327" actId="1076"/>
      <pc:docMkLst>
        <pc:docMk/>
      </pc:docMkLst>
      <pc:sldChg chg="modSp">
        <pc:chgData name="Nimmi Augustine, Jiss" userId="S::j.nimmi.augustine@sap.com::bb3bc91f-cb09-4bed-b965-f45607b7c32a" providerId="AD" clId="Web-{0F070F38-9D95-7DAC-DCBE-A0BA90698464}" dt="2026-06-01T16:07:25.984" v="193" actId="20577"/>
        <pc:sldMkLst>
          <pc:docMk/>
          <pc:sldMk cId="3591309776" sldId="2128"/>
        </pc:sldMkLst>
        <pc:spChg chg="mod">
          <ac:chgData name="Nimmi Augustine, Jiss" userId="S::j.nimmi.augustine@sap.com::bb3bc91f-cb09-4bed-b965-f45607b7c32a" providerId="AD" clId="Web-{0F070F38-9D95-7DAC-DCBE-A0BA90698464}" dt="2026-06-01T16:07:25.984" v="193" actId="20577"/>
          <ac:spMkLst>
            <pc:docMk/>
            <pc:sldMk cId="3591309776" sldId="2128"/>
            <ac:spMk id="3" creationId="{E2677B20-A891-BC22-5887-E6B20101DC89}"/>
          </ac:spMkLst>
        </pc:spChg>
      </pc:sldChg>
      <pc:sldChg chg="modSp">
        <pc:chgData name="Nimmi Augustine, Jiss" userId="S::j.nimmi.augustine@sap.com::bb3bc91f-cb09-4bed-b965-f45607b7c32a" providerId="AD" clId="Web-{0F070F38-9D95-7DAC-DCBE-A0BA90698464}" dt="2026-06-01T17:14:51.181" v="327" actId="1076"/>
        <pc:sldMkLst>
          <pc:docMk/>
          <pc:sldMk cId="1859130962" sldId="2240"/>
        </pc:sldMkLst>
        <pc:spChg chg="mod">
          <ac:chgData name="Nimmi Augustine, Jiss" userId="S::j.nimmi.augustine@sap.com::bb3bc91f-cb09-4bed-b965-f45607b7c32a" providerId="AD" clId="Web-{0F070F38-9D95-7DAC-DCBE-A0BA90698464}" dt="2026-06-01T17:14:42.024" v="326" actId="20577"/>
          <ac:spMkLst>
            <pc:docMk/>
            <pc:sldMk cId="1859130962" sldId="2240"/>
            <ac:spMk id="3" creationId="{88F37C1F-DDC6-FA95-F761-26DCE3240F14}"/>
          </ac:spMkLst>
        </pc:spChg>
        <pc:graphicFrameChg chg="mod">
          <ac:chgData name="Nimmi Augustine, Jiss" userId="S::j.nimmi.augustine@sap.com::bb3bc91f-cb09-4bed-b965-f45607b7c32a" providerId="AD" clId="Web-{0F070F38-9D95-7DAC-DCBE-A0BA90698464}" dt="2026-06-01T17:14:51.181" v="327" actId="1076"/>
          <ac:graphicFrameMkLst>
            <pc:docMk/>
            <pc:sldMk cId="1859130962" sldId="2240"/>
            <ac:graphicFrameMk id="2" creationId="{FDA29171-DFD6-7333-8077-7E9E9403F97A}"/>
          </ac:graphicFrameMkLst>
        </pc:graphicFrameChg>
      </pc:sldChg>
    </pc:docChg>
  </pc:docChgLst>
  <pc:docChgLst>
    <pc:chgData name="Nimmi Augustine, Jiss" userId="S::j.nimmi.augustine@sap.com::bb3bc91f-cb09-4bed-b965-f45607b7c32a" providerId="AD" clId="Web-{9FDABBA9-B5F5-36D1-B9C0-017630418428}"/>
    <pc:docChg chg="modSld">
      <pc:chgData name="Nimmi Augustine, Jiss" userId="S::j.nimmi.augustine@sap.com::bb3bc91f-cb09-4bed-b965-f45607b7c32a" providerId="AD" clId="Web-{9FDABBA9-B5F5-36D1-B9C0-017630418428}" dt="2026-06-01T08:03:28.378" v="132" actId="20577"/>
      <pc:docMkLst>
        <pc:docMk/>
      </pc:docMkLst>
      <pc:sldChg chg="modSp">
        <pc:chgData name="Nimmi Augustine, Jiss" userId="S::j.nimmi.augustine@sap.com::bb3bc91f-cb09-4bed-b965-f45607b7c32a" providerId="AD" clId="Web-{9FDABBA9-B5F5-36D1-B9C0-017630418428}" dt="2026-06-01T08:03:28.378" v="132" actId="20577"/>
        <pc:sldMkLst>
          <pc:docMk/>
          <pc:sldMk cId="1859130962" sldId="2240"/>
        </pc:sldMkLst>
        <pc:spChg chg="mod">
          <ac:chgData name="Nimmi Augustine, Jiss" userId="S::j.nimmi.augustine@sap.com::bb3bc91f-cb09-4bed-b965-f45607b7c32a" providerId="AD" clId="Web-{9FDABBA9-B5F5-36D1-B9C0-017630418428}" dt="2026-06-01T08:03:28.378" v="132" actId="20577"/>
          <ac:spMkLst>
            <pc:docMk/>
            <pc:sldMk cId="1859130962" sldId="2240"/>
            <ac:spMk id="3" creationId="{88F37C1F-DDC6-FA95-F761-26DCE3240F14}"/>
          </ac:spMkLst>
        </pc:spChg>
      </pc:sldChg>
    </pc:docChg>
  </pc:docChgLst>
  <pc:docChgLst>
    <pc:chgData name="Nimmi Augustine, Jiss" userId="S::j.nimmi.augustine@sap.com::bb3bc91f-cb09-4bed-b965-f45607b7c32a" providerId="AD" clId="Web-{70A0D31C-FE1E-0A96-174D-C8E36F73529F}"/>
    <pc:docChg chg="modSld">
      <pc:chgData name="Nimmi Augustine, Jiss" userId="S::j.nimmi.augustine@sap.com::bb3bc91f-cb09-4bed-b965-f45607b7c32a" providerId="AD" clId="Web-{70A0D31C-FE1E-0A96-174D-C8E36F73529F}" dt="2026-05-27T14:46:39.339" v="12" actId="20577"/>
      <pc:docMkLst>
        <pc:docMk/>
      </pc:docMkLst>
      <pc:sldChg chg="modSp">
        <pc:chgData name="Nimmi Augustine, Jiss" userId="S::j.nimmi.augustine@sap.com::bb3bc91f-cb09-4bed-b965-f45607b7c32a" providerId="AD" clId="Web-{70A0D31C-FE1E-0A96-174D-C8E36F73529F}" dt="2026-05-27T14:46:28.979" v="5" actId="20577"/>
        <pc:sldMkLst>
          <pc:docMk/>
          <pc:sldMk cId="4278645927" sldId="2241"/>
        </pc:sldMkLst>
        <pc:spChg chg="mod">
          <ac:chgData name="Nimmi Augustine, Jiss" userId="S::j.nimmi.augustine@sap.com::bb3bc91f-cb09-4bed-b965-f45607b7c32a" providerId="AD" clId="Web-{70A0D31C-FE1E-0A96-174D-C8E36F73529F}" dt="2026-05-27T14:46:28.979" v="5" actId="20577"/>
          <ac:spMkLst>
            <pc:docMk/>
            <pc:sldMk cId="4278645927" sldId="2241"/>
            <ac:spMk id="4" creationId="{0A41BCC2-B08B-366F-4133-C176231BC32C}"/>
          </ac:spMkLst>
        </pc:spChg>
      </pc:sldChg>
    </pc:docChg>
  </pc:docChgLst>
  <pc:docChgLst>
    <pc:chgData name="Nimmi Augustine, Jiss" userId="S::j.nimmi.augustine@sap.com::bb3bc91f-cb09-4bed-b965-f45607b7c32a" providerId="AD" clId="Web-{A82F1922-A9EB-5BE6-415E-267C738BDC5E}"/>
    <pc:docChg chg="modSld">
      <pc:chgData name="Nimmi Augustine, Jiss" userId="S::j.nimmi.augustine@sap.com::bb3bc91f-cb09-4bed-b965-f45607b7c32a" providerId="AD" clId="Web-{A82F1922-A9EB-5BE6-415E-267C738BDC5E}" dt="2026-06-02T10:18:14.827" v="110" actId="1076"/>
      <pc:docMkLst>
        <pc:docMk/>
      </pc:docMkLst>
      <pc:sldChg chg="modSp">
        <pc:chgData name="Nimmi Augustine, Jiss" userId="S::j.nimmi.augustine@sap.com::bb3bc91f-cb09-4bed-b965-f45607b7c32a" providerId="AD" clId="Web-{A82F1922-A9EB-5BE6-415E-267C738BDC5E}" dt="2026-06-02T10:18:14.827" v="110" actId="1076"/>
        <pc:sldMkLst>
          <pc:docMk/>
          <pc:sldMk cId="3591309776" sldId="2128"/>
        </pc:sldMkLst>
        <pc:spChg chg="mod">
          <ac:chgData name="Nimmi Augustine, Jiss" userId="S::j.nimmi.augustine@sap.com::bb3bc91f-cb09-4bed-b965-f45607b7c32a" providerId="AD" clId="Web-{A82F1922-A9EB-5BE6-415E-267C738BDC5E}" dt="2026-06-02T10:18:14.827" v="110" actId="1076"/>
          <ac:spMkLst>
            <pc:docMk/>
            <pc:sldMk cId="3591309776" sldId="2128"/>
            <ac:spMk id="3" creationId="{E2677B20-A891-BC22-5887-E6B20101DC89}"/>
          </ac:spMkLst>
        </pc:spChg>
      </pc:sldChg>
      <pc:sldChg chg="modSp">
        <pc:chgData name="Nimmi Augustine, Jiss" userId="S::j.nimmi.augustine@sap.com::bb3bc91f-cb09-4bed-b965-f45607b7c32a" providerId="AD" clId="Web-{A82F1922-A9EB-5BE6-415E-267C738BDC5E}" dt="2026-06-02T08:35:57.835" v="4" actId="20577"/>
        <pc:sldMkLst>
          <pc:docMk/>
          <pc:sldMk cId="4278645927" sldId="2241"/>
        </pc:sldMkLst>
        <pc:spChg chg="mod">
          <ac:chgData name="Nimmi Augustine, Jiss" userId="S::j.nimmi.augustine@sap.com::bb3bc91f-cb09-4bed-b965-f45607b7c32a" providerId="AD" clId="Web-{A82F1922-A9EB-5BE6-415E-267C738BDC5E}" dt="2026-06-02T08:35:57.835" v="4" actId="20577"/>
          <ac:spMkLst>
            <pc:docMk/>
            <pc:sldMk cId="4278645927" sldId="2241"/>
            <ac:spMk id="3" creationId="{313244DF-6835-42A1-69B5-619D39E1CC94}"/>
          </ac:spMkLst>
        </pc:spChg>
      </pc:sldChg>
      <pc:sldChg chg="modSp">
        <pc:chgData name="Nimmi Augustine, Jiss" userId="S::j.nimmi.augustine@sap.com::bb3bc91f-cb09-4bed-b965-f45607b7c32a" providerId="AD" clId="Web-{A82F1922-A9EB-5BE6-415E-267C738BDC5E}" dt="2026-06-02T08:37:02.821" v="60" actId="20577"/>
        <pc:sldMkLst>
          <pc:docMk/>
          <pc:sldMk cId="1089049631" sldId="2250"/>
        </pc:sldMkLst>
        <pc:spChg chg="mod">
          <ac:chgData name="Nimmi Augustine, Jiss" userId="S::j.nimmi.augustine@sap.com::bb3bc91f-cb09-4bed-b965-f45607b7c32a" providerId="AD" clId="Web-{A82F1922-A9EB-5BE6-415E-267C738BDC5E}" dt="2026-06-02T08:37:02.821" v="60" actId="20577"/>
          <ac:spMkLst>
            <pc:docMk/>
            <pc:sldMk cId="1089049631" sldId="2250"/>
            <ac:spMk id="3" creationId="{90C557A2-83BD-8354-4B01-9D730C28CA46}"/>
          </ac:spMkLst>
        </pc:spChg>
      </pc:sldChg>
    </pc:docChg>
  </pc:docChgLst>
  <pc:docChgLst>
    <pc:chgData name="Nimmi Augustine, Jiss" userId="bb3bc91f-cb09-4bed-b965-f45607b7c32a" providerId="ADAL" clId="{74D2F15D-563C-40F0-92DA-66951367489C}"/>
    <pc:docChg chg="undo custSel addSld delSld modSld sldOrd">
      <pc:chgData name="Nimmi Augustine, Jiss" userId="bb3bc91f-cb09-4bed-b965-f45607b7c32a" providerId="ADAL" clId="{74D2F15D-563C-40F0-92DA-66951367489C}" dt="2026-06-01T12:55:45.850" v="8781" actId="20577"/>
      <pc:docMkLst>
        <pc:docMk/>
      </pc:docMkLst>
      <pc:sldChg chg="addSp delSp modSp mod">
        <pc:chgData name="Nimmi Augustine, Jiss" userId="bb3bc91f-cb09-4bed-b965-f45607b7c32a" providerId="ADAL" clId="{74D2F15D-563C-40F0-92DA-66951367489C}" dt="2026-06-01T09:12:07.733" v="8181" actId="20577"/>
        <pc:sldMkLst>
          <pc:docMk/>
          <pc:sldMk cId="3591309776" sldId="2128"/>
        </pc:sldMkLst>
        <pc:spChg chg="add mod">
          <ac:chgData name="Nimmi Augustine, Jiss" userId="bb3bc91f-cb09-4bed-b965-f45607b7c32a" providerId="ADAL" clId="{74D2F15D-563C-40F0-92DA-66951367489C}" dt="2026-06-01T09:12:07.733" v="8181" actId="20577"/>
          <ac:spMkLst>
            <pc:docMk/>
            <pc:sldMk cId="3591309776" sldId="2128"/>
            <ac:spMk id="3" creationId="{E2677B20-A891-BC22-5887-E6B20101DC89}"/>
          </ac:spMkLst>
        </pc:spChg>
        <pc:spChg chg="mod">
          <ac:chgData name="Nimmi Augustine, Jiss" userId="bb3bc91f-cb09-4bed-b965-f45607b7c32a" providerId="ADAL" clId="{74D2F15D-563C-40F0-92DA-66951367489C}" dt="2026-05-27T08:01:16.387" v="590" actId="20577"/>
          <ac:spMkLst>
            <pc:docMk/>
            <pc:sldMk cId="3591309776" sldId="2128"/>
            <ac:spMk id="4" creationId="{24084356-FF67-8500-A2A3-6E923E39145A}"/>
          </ac:spMkLst>
        </pc:spChg>
      </pc:sldChg>
      <pc:sldChg chg="addSp delSp modSp mod">
        <pc:chgData name="Nimmi Augustine, Jiss" userId="bb3bc91f-cb09-4bed-b965-f45607b7c32a" providerId="ADAL" clId="{74D2F15D-563C-40F0-92DA-66951367489C}" dt="2026-06-01T12:55:45.850" v="8781" actId="20577"/>
        <pc:sldMkLst>
          <pc:docMk/>
          <pc:sldMk cId="234432940" sldId="2175"/>
        </pc:sldMkLst>
        <pc:spChg chg="add mod">
          <ac:chgData name="Nimmi Augustine, Jiss" userId="bb3bc91f-cb09-4bed-b965-f45607b7c32a" providerId="ADAL" clId="{74D2F15D-563C-40F0-92DA-66951367489C}" dt="2026-05-27T14:37:38.507" v="7402" actId="20577"/>
          <ac:spMkLst>
            <pc:docMk/>
            <pc:sldMk cId="234432940" sldId="2175"/>
            <ac:spMk id="2" creationId="{F712EDAC-07ED-FA6E-07C4-51446D4455A2}"/>
          </ac:spMkLst>
        </pc:spChg>
        <pc:spChg chg="mod">
          <ac:chgData name="Nimmi Augustine, Jiss" userId="bb3bc91f-cb09-4bed-b965-f45607b7c32a" providerId="ADAL" clId="{74D2F15D-563C-40F0-92DA-66951367489C}" dt="2026-06-01T12:55:05.025" v="8764" actId="20577"/>
          <ac:spMkLst>
            <pc:docMk/>
            <pc:sldMk cId="234432940" sldId="2175"/>
            <ac:spMk id="3" creationId="{C09C5F1F-EFA5-7E22-FB58-64A204D444E5}"/>
          </ac:spMkLst>
        </pc:spChg>
        <pc:spChg chg="add del mod">
          <ac:chgData name="Nimmi Augustine, Jiss" userId="bb3bc91f-cb09-4bed-b965-f45607b7c32a" providerId="ADAL" clId="{74D2F15D-563C-40F0-92DA-66951367489C}" dt="2026-06-01T12:54:06.396" v="8715" actId="478"/>
          <ac:spMkLst>
            <pc:docMk/>
            <pc:sldMk cId="234432940" sldId="2175"/>
            <ac:spMk id="4" creationId="{A1A93246-A948-DFDE-FCF2-046E340F5FB5}"/>
          </ac:spMkLst>
        </pc:spChg>
        <pc:spChg chg="mod">
          <ac:chgData name="Nimmi Augustine, Jiss" userId="bb3bc91f-cb09-4bed-b965-f45607b7c32a" providerId="ADAL" clId="{74D2F15D-563C-40F0-92DA-66951367489C}" dt="2026-06-01T12:55:45.850" v="8781" actId="20577"/>
          <ac:spMkLst>
            <pc:docMk/>
            <pc:sldMk cId="234432940" sldId="2175"/>
            <ac:spMk id="7" creationId="{0E52B0E2-E377-C06F-6C7E-5F4967761FF4}"/>
          </ac:spMkLst>
        </pc:spChg>
        <pc:spChg chg="mod">
          <ac:chgData name="Nimmi Augustine, Jiss" userId="bb3bc91f-cb09-4bed-b965-f45607b7c32a" providerId="ADAL" clId="{74D2F15D-563C-40F0-92DA-66951367489C}" dt="2026-05-27T13:50:16.272" v="6801" actId="20577"/>
          <ac:spMkLst>
            <pc:docMk/>
            <pc:sldMk cId="234432940" sldId="2175"/>
            <ac:spMk id="39" creationId="{9B957C2D-BF16-C8B6-246C-A32BF7B87E37}"/>
          </ac:spMkLst>
        </pc:spChg>
        <pc:spChg chg="mod">
          <ac:chgData name="Nimmi Augustine, Jiss" userId="bb3bc91f-cb09-4bed-b965-f45607b7c32a" providerId="ADAL" clId="{74D2F15D-563C-40F0-92DA-66951367489C}" dt="2026-05-27T14:37:04.057" v="7393" actId="20577"/>
          <ac:spMkLst>
            <pc:docMk/>
            <pc:sldMk cId="234432940" sldId="2175"/>
            <ac:spMk id="47" creationId="{464C4895-6271-3106-5620-721E4D8AACEA}"/>
          </ac:spMkLst>
        </pc:spChg>
        <pc:spChg chg="mod">
          <ac:chgData name="Nimmi Augustine, Jiss" userId="bb3bc91f-cb09-4bed-b965-f45607b7c32a" providerId="ADAL" clId="{74D2F15D-563C-40F0-92DA-66951367489C}" dt="2026-05-27T07:57:27.510" v="473"/>
          <ac:spMkLst>
            <pc:docMk/>
            <pc:sldMk cId="234432940" sldId="2175"/>
            <ac:spMk id="51" creationId="{9E597EAA-CFE1-9B5A-4A21-ED9E479DD405}"/>
          </ac:spMkLst>
        </pc:spChg>
        <pc:spChg chg="mod">
          <ac:chgData name="Nimmi Augustine, Jiss" userId="bb3bc91f-cb09-4bed-b965-f45607b7c32a" providerId="ADAL" clId="{74D2F15D-563C-40F0-92DA-66951367489C}" dt="2026-06-01T12:54:20.820" v="8719" actId="20577"/>
          <ac:spMkLst>
            <pc:docMk/>
            <pc:sldMk cId="234432940" sldId="2175"/>
            <ac:spMk id="55" creationId="{431737F5-16C6-649A-EA28-277EADDAE9C7}"/>
          </ac:spMkLst>
        </pc:spChg>
      </pc:sldChg>
      <pc:sldChg chg="delSp modSp mod">
        <pc:chgData name="Nimmi Augustine, Jiss" userId="bb3bc91f-cb09-4bed-b965-f45607b7c32a" providerId="ADAL" clId="{74D2F15D-563C-40F0-92DA-66951367489C}" dt="2026-05-27T14:40:03.255" v="7421" actId="20577"/>
        <pc:sldMkLst>
          <pc:docMk/>
          <pc:sldMk cId="2601413682" sldId="2213"/>
        </pc:sldMkLst>
        <pc:spChg chg="mod">
          <ac:chgData name="Nimmi Augustine, Jiss" userId="bb3bc91f-cb09-4bed-b965-f45607b7c32a" providerId="ADAL" clId="{74D2F15D-563C-40F0-92DA-66951367489C}" dt="2026-05-27T14:39:00.464" v="7410" actId="20577"/>
          <ac:spMkLst>
            <pc:docMk/>
            <pc:sldMk cId="2601413682" sldId="2213"/>
            <ac:spMk id="2" creationId="{C925A837-5469-792C-5225-4A1FABC0341A}"/>
          </ac:spMkLst>
        </pc:spChg>
        <pc:spChg chg="mod">
          <ac:chgData name="Nimmi Augustine, Jiss" userId="bb3bc91f-cb09-4bed-b965-f45607b7c32a" providerId="ADAL" clId="{74D2F15D-563C-40F0-92DA-66951367489C}" dt="2026-05-26T12:27:58.145" v="128" actId="20577"/>
          <ac:spMkLst>
            <pc:docMk/>
            <pc:sldMk cId="2601413682" sldId="2213"/>
            <ac:spMk id="9" creationId="{D5F0BFE3-F7A5-80B2-78F0-4C710288F2D6}"/>
          </ac:spMkLst>
        </pc:spChg>
        <pc:spChg chg="mod">
          <ac:chgData name="Nimmi Augustine, Jiss" userId="bb3bc91f-cb09-4bed-b965-f45607b7c32a" providerId="ADAL" clId="{74D2F15D-563C-40F0-92DA-66951367489C}" dt="2026-05-27T14:40:03.255" v="7421" actId="20577"/>
          <ac:spMkLst>
            <pc:docMk/>
            <pc:sldMk cId="2601413682" sldId="2213"/>
            <ac:spMk id="14" creationId="{96204B03-B1FB-1E82-EAA5-ECF68E372A82}"/>
          </ac:spMkLst>
        </pc:spChg>
      </pc:sldChg>
      <pc:sldChg chg="modSp mod">
        <pc:chgData name="Nimmi Augustine, Jiss" userId="bb3bc91f-cb09-4bed-b965-f45607b7c32a" providerId="ADAL" clId="{74D2F15D-563C-40F0-92DA-66951367489C}" dt="2026-05-27T13:36:03.773" v="6740" actId="20577"/>
        <pc:sldMkLst>
          <pc:docMk/>
          <pc:sldMk cId="3497394284" sldId="2216"/>
        </pc:sldMkLst>
        <pc:spChg chg="mod">
          <ac:chgData name="Nimmi Augustine, Jiss" userId="bb3bc91f-cb09-4bed-b965-f45607b7c32a" providerId="ADAL" clId="{74D2F15D-563C-40F0-92DA-66951367489C}" dt="2026-05-27T13:36:03.773" v="6740" actId="20577"/>
          <ac:spMkLst>
            <pc:docMk/>
            <pc:sldMk cId="3497394284" sldId="2216"/>
            <ac:spMk id="13" creationId="{DD99D408-C300-52A0-82D2-F61863D98749}"/>
          </ac:spMkLst>
        </pc:spChg>
      </pc:sldChg>
      <pc:sldChg chg="addSp delSp modSp add mod">
        <pc:chgData name="Nimmi Augustine, Jiss" userId="bb3bc91f-cb09-4bed-b965-f45607b7c32a" providerId="ADAL" clId="{74D2F15D-563C-40F0-92DA-66951367489C}" dt="2026-06-01T08:44:33.224" v="8154" actId="6549"/>
        <pc:sldMkLst>
          <pc:docMk/>
          <pc:sldMk cId="1859130962" sldId="2240"/>
        </pc:sldMkLst>
        <pc:spChg chg="add mod">
          <ac:chgData name="Nimmi Augustine, Jiss" userId="bb3bc91f-cb09-4bed-b965-f45607b7c32a" providerId="ADAL" clId="{74D2F15D-563C-40F0-92DA-66951367489C}" dt="2026-06-01T08:44:33.224" v="8154" actId="6549"/>
          <ac:spMkLst>
            <pc:docMk/>
            <pc:sldMk cId="1859130962" sldId="2240"/>
            <ac:spMk id="3" creationId="{88F37C1F-DDC6-FA95-F761-26DCE3240F14}"/>
          </ac:spMkLst>
        </pc:spChg>
        <pc:spChg chg="mod">
          <ac:chgData name="Nimmi Augustine, Jiss" userId="bb3bc91f-cb09-4bed-b965-f45607b7c32a" providerId="ADAL" clId="{74D2F15D-563C-40F0-92DA-66951367489C}" dt="2026-05-27T14:36:19.213" v="7340" actId="20577"/>
          <ac:spMkLst>
            <pc:docMk/>
            <pc:sldMk cId="1859130962" sldId="2240"/>
            <ac:spMk id="4" creationId="{196A6CEA-6DD8-6FF1-8B3F-D1BD430E0D18}"/>
          </ac:spMkLst>
        </pc:spChg>
        <pc:graphicFrameChg chg="add mod">
          <ac:chgData name="Nimmi Augustine, Jiss" userId="bb3bc91f-cb09-4bed-b965-f45607b7c32a" providerId="ADAL" clId="{74D2F15D-563C-40F0-92DA-66951367489C}" dt="2026-06-01T08:08:56.744" v="7423" actId="1076"/>
          <ac:graphicFrameMkLst>
            <pc:docMk/>
            <pc:sldMk cId="1859130962" sldId="2240"/>
            <ac:graphicFrameMk id="2" creationId="{FDA29171-DFD6-7333-8077-7E9E9403F97A}"/>
          </ac:graphicFrameMkLst>
        </pc:graphicFrameChg>
      </pc:sldChg>
      <pc:sldChg chg="addSp delSp modSp add mod">
        <pc:chgData name="Nimmi Augustine, Jiss" userId="bb3bc91f-cb09-4bed-b965-f45607b7c32a" providerId="ADAL" clId="{74D2F15D-563C-40F0-92DA-66951367489C}" dt="2026-06-01T11:24:22.097" v="8631" actId="6549"/>
        <pc:sldMkLst>
          <pc:docMk/>
          <pc:sldMk cId="4278645927" sldId="2241"/>
        </pc:sldMkLst>
        <pc:spChg chg="add mod">
          <ac:chgData name="Nimmi Augustine, Jiss" userId="bb3bc91f-cb09-4bed-b965-f45607b7c32a" providerId="ADAL" clId="{74D2F15D-563C-40F0-92DA-66951367489C}" dt="2026-06-01T11:24:22.097" v="8631" actId="6549"/>
          <ac:spMkLst>
            <pc:docMk/>
            <pc:sldMk cId="4278645927" sldId="2241"/>
            <ac:spMk id="3" creationId="{313244DF-6835-42A1-69B5-619D39E1CC94}"/>
          </ac:spMkLst>
        </pc:spChg>
        <pc:spChg chg="mod">
          <ac:chgData name="Nimmi Augustine, Jiss" userId="bb3bc91f-cb09-4bed-b965-f45607b7c32a" providerId="ADAL" clId="{74D2F15D-563C-40F0-92DA-66951367489C}" dt="2026-05-27T14:36:39.700" v="7371" actId="20577"/>
          <ac:spMkLst>
            <pc:docMk/>
            <pc:sldMk cId="4278645927" sldId="2241"/>
            <ac:spMk id="4" creationId="{0A41BCC2-B08B-366F-4133-C176231BC32C}"/>
          </ac:spMkLst>
        </pc:spChg>
        <pc:graphicFrameChg chg="add mod">
          <ac:chgData name="Nimmi Augustine, Jiss" userId="bb3bc91f-cb09-4bed-b965-f45607b7c32a" providerId="ADAL" clId="{74D2F15D-563C-40F0-92DA-66951367489C}" dt="2026-06-01T08:21:40.905" v="7543"/>
          <ac:graphicFrameMkLst>
            <pc:docMk/>
            <pc:sldMk cId="4278645927" sldId="2241"/>
            <ac:graphicFrameMk id="2" creationId="{EA7D051B-4240-6D08-B317-2C21F2C5CDAC}"/>
          </ac:graphicFrameMkLst>
        </pc:graphicFrameChg>
      </pc:sldChg>
      <pc:sldChg chg="modSp mod">
        <pc:chgData name="Nimmi Augustine, Jiss" userId="bb3bc91f-cb09-4bed-b965-f45607b7c32a" providerId="ADAL" clId="{74D2F15D-563C-40F0-92DA-66951367489C}" dt="2026-06-01T12:52:53.261" v="8712" actId="14100"/>
        <pc:sldMkLst>
          <pc:docMk/>
          <pc:sldMk cId="756943629" sldId="2249"/>
        </pc:sldMkLst>
        <pc:spChg chg="mod">
          <ac:chgData name="Nimmi Augustine, Jiss" userId="bb3bc91f-cb09-4bed-b965-f45607b7c32a" providerId="ADAL" clId="{74D2F15D-563C-40F0-92DA-66951367489C}" dt="2026-06-01T12:52:53.261" v="8712" actId="14100"/>
          <ac:spMkLst>
            <pc:docMk/>
            <pc:sldMk cId="756943629" sldId="2249"/>
            <ac:spMk id="3" creationId="{BD81427A-88FB-9D57-7D90-D9B337CD67C8}"/>
          </ac:spMkLst>
        </pc:spChg>
      </pc:sldChg>
      <pc:sldChg chg="addSp modSp add mod">
        <pc:chgData name="Nimmi Augustine, Jiss" userId="bb3bc91f-cb09-4bed-b965-f45607b7c32a" providerId="ADAL" clId="{74D2F15D-563C-40F0-92DA-66951367489C}" dt="2026-06-01T08:34:42.206" v="7759" actId="6549"/>
        <pc:sldMkLst>
          <pc:docMk/>
          <pc:sldMk cId="1089049631" sldId="2250"/>
        </pc:sldMkLst>
        <pc:spChg chg="mod">
          <ac:chgData name="Nimmi Augustine, Jiss" userId="bb3bc91f-cb09-4bed-b965-f45607b7c32a" providerId="ADAL" clId="{74D2F15D-563C-40F0-92DA-66951367489C}" dt="2026-06-01T08:34:42.206" v="7759" actId="6549"/>
          <ac:spMkLst>
            <pc:docMk/>
            <pc:sldMk cId="1089049631" sldId="2250"/>
            <ac:spMk id="3" creationId="{90C557A2-83BD-8354-4B01-9D730C28CA46}"/>
          </ac:spMkLst>
        </pc:spChg>
        <pc:spChg chg="add mod">
          <ac:chgData name="Nimmi Augustine, Jiss" userId="bb3bc91f-cb09-4bed-b965-f45607b7c32a" providerId="ADAL" clId="{74D2F15D-563C-40F0-92DA-66951367489C}" dt="2026-06-01T08:34:06.903" v="7752" actId="14100"/>
          <ac:spMkLst>
            <pc:docMk/>
            <pc:sldMk cId="1089049631" sldId="2250"/>
            <ac:spMk id="5" creationId="{862DA92E-D431-3411-488E-F2A8305CC50E}"/>
          </ac:spMkLst>
        </pc:spChg>
        <pc:graphicFrameChg chg="add mod">
          <ac:chgData name="Nimmi Augustine, Jiss" userId="bb3bc91f-cb09-4bed-b965-f45607b7c32a" providerId="ADAL" clId="{74D2F15D-563C-40F0-92DA-66951367489C}" dt="2026-06-01T08:34:06.903" v="7752" actId="14100"/>
          <ac:graphicFrameMkLst>
            <pc:docMk/>
            <pc:sldMk cId="1089049631" sldId="2250"/>
            <ac:graphicFrameMk id="2" creationId="{E0CFA566-6C5C-1314-2F8E-FAA716256F0A}"/>
          </ac:graphicFrameMkLst>
        </pc:graphicFrameChg>
      </pc:sldChg>
      <pc:sldChg chg="addSp delSp modSp add mod">
        <pc:chgData name="Nimmi Augustine, Jiss" userId="bb3bc91f-cb09-4bed-b965-f45607b7c32a" providerId="ADAL" clId="{74D2F15D-563C-40F0-92DA-66951367489C}" dt="2026-06-01T08:48:35.349" v="8178"/>
        <pc:sldMkLst>
          <pc:docMk/>
          <pc:sldMk cId="4112882617" sldId="2251"/>
        </pc:sldMkLst>
        <pc:spChg chg="del mod">
          <ac:chgData name="Nimmi Augustine, Jiss" userId="bb3bc91f-cb09-4bed-b965-f45607b7c32a" providerId="ADAL" clId="{74D2F15D-563C-40F0-92DA-66951367489C}" dt="2026-06-01T08:48:35.349" v="8178"/>
          <ac:spMkLst>
            <pc:docMk/>
            <pc:sldMk cId="4112882617" sldId="2251"/>
            <ac:spMk id="3" creationId="{8BB4952B-6142-2C72-980E-608770EFF401}"/>
          </ac:spMkLst>
        </pc:spChg>
        <pc:spChg chg="mod">
          <ac:chgData name="Nimmi Augustine, Jiss" userId="bb3bc91f-cb09-4bed-b965-f45607b7c32a" providerId="ADAL" clId="{74D2F15D-563C-40F0-92DA-66951367489C}" dt="2026-06-01T08:48:18.311" v="8172" actId="20577"/>
          <ac:spMkLst>
            <pc:docMk/>
            <pc:sldMk cId="4112882617" sldId="2251"/>
            <ac:spMk id="4" creationId="{9DE019EA-9E1A-ACCB-E5CD-2F5D3530964C}"/>
          </ac:spMkLst>
        </pc:spChg>
        <pc:picChg chg="add mod">
          <ac:chgData name="Nimmi Augustine, Jiss" userId="bb3bc91f-cb09-4bed-b965-f45607b7c32a" providerId="ADAL" clId="{74D2F15D-563C-40F0-92DA-66951367489C}" dt="2026-06-01T08:48:34.348" v="8176" actId="1076"/>
          <ac:picMkLst>
            <pc:docMk/>
            <pc:sldMk cId="4112882617" sldId="2251"/>
            <ac:picMk id="2" creationId="{228E05C6-CBEB-7BC9-AB38-439EB0961370}"/>
          </ac:picMkLst>
        </pc:picChg>
      </pc:sldChg>
      <pc:sldMasterChg chg="delSldLayout">
        <pc:chgData name="Nimmi Augustine, Jiss" userId="bb3bc91f-cb09-4bed-b965-f45607b7c32a" providerId="ADAL" clId="{74D2F15D-563C-40F0-92DA-66951367489C}" dt="2026-05-26T11:59:53.004" v="0" actId="2696"/>
        <pc:sldMasterMkLst>
          <pc:docMk/>
          <pc:sldMasterMk cId="3408294523" sldId="2147483733"/>
        </pc:sldMasterMkLst>
      </pc:sldMasterChg>
    </pc:docChg>
  </pc:docChgLst>
  <pc:docChgLst>
    <pc:chgData name="Nimmi Augustine, Jiss" userId="S::j.nimmi.augustine@sap.com::bb3bc91f-cb09-4bed-b965-f45607b7c32a" providerId="AD" clId="Web-{264CADFE-5BFB-6C91-9B8F-D81BEB2128AB}"/>
    <pc:docChg chg="modSld">
      <pc:chgData name="Nimmi Augustine, Jiss" userId="S::j.nimmi.augustine@sap.com::bb3bc91f-cb09-4bed-b965-f45607b7c32a" providerId="AD" clId="Web-{264CADFE-5BFB-6C91-9B8F-D81BEB2128AB}" dt="2026-05-28T15:13:45.681" v="143" actId="1076"/>
      <pc:docMkLst>
        <pc:docMk/>
      </pc:docMkLst>
      <pc:sldChg chg="addSp modSp">
        <pc:chgData name="Nimmi Augustine, Jiss" userId="S::j.nimmi.augustine@sap.com::bb3bc91f-cb09-4bed-b965-f45607b7c32a" providerId="AD" clId="Web-{264CADFE-5BFB-6C91-9B8F-D81BEB2128AB}" dt="2026-05-28T15:13:45.681" v="143" actId="1076"/>
        <pc:sldMkLst>
          <pc:docMk/>
          <pc:sldMk cId="234432940" sldId="2175"/>
        </pc:sldMkLst>
        <pc:spChg chg="add mod">
          <ac:chgData name="Nimmi Augustine, Jiss" userId="S::j.nimmi.augustine@sap.com::bb3bc91f-cb09-4bed-b965-f45607b7c32a" providerId="AD" clId="Web-{264CADFE-5BFB-6C91-9B8F-D81BEB2128AB}" dt="2026-05-28T15:13:45.681" v="143" actId="1076"/>
          <ac:spMkLst>
            <pc:docMk/>
            <pc:sldMk cId="234432940" sldId="2175"/>
            <ac:spMk id="3" creationId="{C09C5F1F-EFA5-7E22-FB58-64A204D444E5}"/>
          </ac:spMkLst>
        </pc:spChg>
        <pc:spChg chg="mod">
          <ac:chgData name="Nimmi Augustine, Jiss" userId="S::j.nimmi.augustine@sap.com::bb3bc91f-cb09-4bed-b965-f45607b7c32a" providerId="AD" clId="Web-{264CADFE-5BFB-6C91-9B8F-D81BEB2128AB}" dt="2026-05-28T15:13:29.243" v="140" actId="20577"/>
          <ac:spMkLst>
            <pc:docMk/>
            <pc:sldMk cId="234432940" sldId="2175"/>
            <ac:spMk id="47" creationId="{464C4895-6271-3106-5620-721E4D8AACEA}"/>
          </ac:spMkLst>
        </pc:spChg>
      </pc:sldChg>
      <pc:sldChg chg="modSp">
        <pc:chgData name="Nimmi Augustine, Jiss" userId="S::j.nimmi.augustine@sap.com::bb3bc91f-cb09-4bed-b965-f45607b7c32a" providerId="AD" clId="Web-{264CADFE-5BFB-6C91-9B8F-D81BEB2128AB}" dt="2026-05-28T12:36:09.710" v="125" actId="20577"/>
        <pc:sldMkLst>
          <pc:docMk/>
          <pc:sldMk cId="1859130962" sldId="2240"/>
        </pc:sldMkLst>
        <pc:spChg chg="mod">
          <ac:chgData name="Nimmi Augustine, Jiss" userId="S::j.nimmi.augustine@sap.com::bb3bc91f-cb09-4bed-b965-f45607b7c32a" providerId="AD" clId="Web-{264CADFE-5BFB-6C91-9B8F-D81BEB2128AB}" dt="2026-05-28T12:36:09.710" v="125" actId="20577"/>
          <ac:spMkLst>
            <pc:docMk/>
            <pc:sldMk cId="1859130962" sldId="2240"/>
            <ac:spMk id="3" creationId="{88F37C1F-DDC6-FA95-F761-26DCE3240F1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latin typeface="72 Brand" panose="020B0504030603020204" pitchFamily="34" charset="0"/>
              </a:rPr>
              <a:pPr algn="ctr"/>
              <a:t>‹#›</a:t>
            </a:fld>
            <a:endParaRPr lang="de-DE" sz="1000">
              <a:latin typeface="72 Brand" panose="020B0504030603020204" pitchFamily="34" charset="0"/>
            </a:endParaRPr>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b="0" i="0">
                <a:latin typeface="72 Brand" panose="020B0504030603020204" pitchFamily="34" charset="0"/>
              </a:defRPr>
            </a:lvl1pPr>
          </a:lstStyle>
          <a:p>
            <a:fld id="{7D8C2C35-2B8A-446E-BEC0-FD36716C29AC}" type="slidenum">
              <a:rPr lang="en-DE" smtClean="0"/>
              <a:pPr/>
              <a:t>‹#›</a:t>
            </a:fld>
            <a:endParaRPr lang="en-DE"/>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b="0" i="0" kern="1200">
        <a:solidFill>
          <a:schemeClr val="tx1"/>
        </a:solidFill>
        <a:latin typeface="72 Brand" panose="020B0504030603020204" pitchFamily="34" charset="0"/>
        <a:ea typeface="+mn-ea"/>
        <a:cs typeface="+mn-cs"/>
      </a:defRPr>
    </a:lvl1pPr>
    <a:lvl2pPr marL="180000" indent="-180000" algn="l" defTabSz="1088776" rtl="0" eaLnBrk="1" latinLnBrk="0" hangingPunct="1">
      <a:buClr>
        <a:schemeClr val="accent1"/>
      </a:buClr>
      <a:buSzPct val="100000"/>
      <a:buFont typeface="Wingdings" pitchFamily="2" charset="2"/>
      <a:buChar char=""/>
      <a:defRPr sz="1400" b="0" i="0" kern="1200">
        <a:solidFill>
          <a:schemeClr val="tx1"/>
        </a:solidFill>
        <a:latin typeface="72 Brand" panose="020B0504030603020204" pitchFamily="34" charset="0"/>
        <a:ea typeface="+mn-ea"/>
        <a:cs typeface="+mn-cs"/>
      </a:defRPr>
    </a:lvl2pPr>
    <a:lvl3pPr marL="360000" indent="-180000" algn="l" defTabSz="1088776" rtl="0" eaLnBrk="1" latinLnBrk="0" hangingPunct="1">
      <a:buClr>
        <a:schemeClr val="accent2"/>
      </a:buClr>
      <a:buSzPct val="80000"/>
      <a:buFont typeface="Symbol" pitchFamily="18" charset="2"/>
      <a:buChar char="-"/>
      <a:defRPr sz="1200" b="0" i="0" kern="1200">
        <a:solidFill>
          <a:schemeClr val="tx1"/>
        </a:solidFill>
        <a:latin typeface="72 Brand" panose="020B0504030603020204" pitchFamily="34" charset="0"/>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1</a:t>
            </a:fld>
            <a:endParaRPr lang="en-DE"/>
          </a:p>
        </p:txBody>
      </p:sp>
    </p:spTree>
    <p:extLst>
      <p:ext uri="{BB962C8B-B14F-4D97-AF65-F5344CB8AC3E}">
        <p14:creationId xmlns:p14="http://schemas.microsoft.com/office/powerpoint/2010/main" val="4078814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2</a:t>
            </a:fld>
            <a:endParaRPr lang="en-DE"/>
          </a:p>
        </p:txBody>
      </p:sp>
    </p:spTree>
    <p:extLst>
      <p:ext uri="{BB962C8B-B14F-4D97-AF65-F5344CB8AC3E}">
        <p14:creationId xmlns:p14="http://schemas.microsoft.com/office/powerpoint/2010/main" val="3249154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3</a:t>
            </a:fld>
            <a:endParaRPr lang="en-DE"/>
          </a:p>
        </p:txBody>
      </p:sp>
    </p:spTree>
    <p:extLst>
      <p:ext uri="{BB962C8B-B14F-4D97-AF65-F5344CB8AC3E}">
        <p14:creationId xmlns:p14="http://schemas.microsoft.com/office/powerpoint/2010/main" val="763638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2729-93E3-C4BB-AF8A-E6F648925A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38DD3-221A-4076-43FC-D68A75830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23FB9-AE09-90D4-541D-73BECB2B70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8DD6C6-B775-CA1F-CC8D-AA5DC5A65ECB}"/>
              </a:ext>
            </a:extLst>
          </p:cNvPr>
          <p:cNvSpPr>
            <a:spLocks noGrp="1"/>
          </p:cNvSpPr>
          <p:nvPr>
            <p:ph type="sldNum" sz="quarter" idx="5"/>
          </p:nvPr>
        </p:nvSpPr>
        <p:spPr/>
        <p:txBody>
          <a:bodyPr/>
          <a:lstStyle/>
          <a:p>
            <a:fld id="{7D8C2C35-2B8A-446E-BEC0-FD36716C29AC}" type="slidenum">
              <a:rPr lang="en-DE" smtClean="0"/>
              <a:pPr/>
              <a:t>4</a:t>
            </a:fld>
            <a:endParaRPr lang="en-DE"/>
          </a:p>
        </p:txBody>
      </p:sp>
    </p:spTree>
    <p:extLst>
      <p:ext uri="{BB962C8B-B14F-4D97-AF65-F5344CB8AC3E}">
        <p14:creationId xmlns:p14="http://schemas.microsoft.com/office/powerpoint/2010/main" val="1525495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867AD-08E7-D5A9-026C-FA4F0193F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3B7938-1912-681B-2278-8A599DE1C1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DA243-305B-0010-DFD6-39A4F56605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89BFF6A-B697-A891-E45B-AEC4898B6999}"/>
              </a:ext>
            </a:extLst>
          </p:cNvPr>
          <p:cNvSpPr>
            <a:spLocks noGrp="1"/>
          </p:cNvSpPr>
          <p:nvPr>
            <p:ph type="sldNum" sz="quarter" idx="5"/>
          </p:nvPr>
        </p:nvSpPr>
        <p:spPr/>
        <p:txBody>
          <a:bodyPr/>
          <a:lstStyle/>
          <a:p>
            <a:fld id="{7D8C2C35-2B8A-446E-BEC0-FD36716C29AC}" type="slidenum">
              <a:rPr lang="en-DE" smtClean="0"/>
              <a:pPr/>
              <a:t>5</a:t>
            </a:fld>
            <a:endParaRPr lang="en-DE"/>
          </a:p>
        </p:txBody>
      </p:sp>
    </p:spTree>
    <p:extLst>
      <p:ext uri="{BB962C8B-B14F-4D97-AF65-F5344CB8AC3E}">
        <p14:creationId xmlns:p14="http://schemas.microsoft.com/office/powerpoint/2010/main" val="2165213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3CD59-4468-840C-E3D0-38C6E3C07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F8C65-302F-78A0-E0B8-050FB77EAA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089B7-F693-EC4C-1C05-67CC56A651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8F690F-BBEE-A91F-FC82-73E882CF4196}"/>
              </a:ext>
            </a:extLst>
          </p:cNvPr>
          <p:cNvSpPr>
            <a:spLocks noGrp="1"/>
          </p:cNvSpPr>
          <p:nvPr>
            <p:ph type="sldNum" sz="quarter" idx="5"/>
          </p:nvPr>
        </p:nvSpPr>
        <p:spPr/>
        <p:txBody>
          <a:bodyPr/>
          <a:lstStyle/>
          <a:p>
            <a:fld id="{7D8C2C35-2B8A-446E-BEC0-FD36716C29AC}" type="slidenum">
              <a:rPr lang="en-DE" smtClean="0"/>
              <a:pPr/>
              <a:t>6</a:t>
            </a:fld>
            <a:endParaRPr lang="en-DE"/>
          </a:p>
        </p:txBody>
      </p:sp>
    </p:spTree>
    <p:extLst>
      <p:ext uri="{BB962C8B-B14F-4D97-AF65-F5344CB8AC3E}">
        <p14:creationId xmlns:p14="http://schemas.microsoft.com/office/powerpoint/2010/main" val="3911485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CA006-92A5-5FC0-58B4-B91AB11C8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249882-5263-8653-4A0F-7C1B4062E2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76A78-4478-78C4-4D11-19E8016E1D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414C04A-081C-4F7D-66A7-99FD046CEFE9}"/>
              </a:ext>
            </a:extLst>
          </p:cNvPr>
          <p:cNvSpPr>
            <a:spLocks noGrp="1"/>
          </p:cNvSpPr>
          <p:nvPr>
            <p:ph type="sldNum" sz="quarter" idx="5"/>
          </p:nvPr>
        </p:nvSpPr>
        <p:spPr/>
        <p:txBody>
          <a:bodyPr/>
          <a:lstStyle/>
          <a:p>
            <a:fld id="{7D8C2C35-2B8A-446E-BEC0-FD36716C29AC}" type="slidenum">
              <a:rPr lang="en-DE" smtClean="0"/>
              <a:pPr/>
              <a:t>7</a:t>
            </a:fld>
            <a:endParaRPr lang="en-DE"/>
          </a:p>
        </p:txBody>
      </p:sp>
    </p:spTree>
    <p:extLst>
      <p:ext uri="{BB962C8B-B14F-4D97-AF65-F5344CB8AC3E}">
        <p14:creationId xmlns:p14="http://schemas.microsoft.com/office/powerpoint/2010/main" val="2558874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238D9-EB62-7A3A-58CB-91E68B7A61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0DF70-5E68-00C0-F367-BBBE749B6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294440-16B9-2983-F4F4-8618EDA3F50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D45C30-173B-77B7-C8A4-069E61584664}"/>
              </a:ext>
            </a:extLst>
          </p:cNvPr>
          <p:cNvSpPr>
            <a:spLocks noGrp="1"/>
          </p:cNvSpPr>
          <p:nvPr>
            <p:ph type="sldNum" sz="quarter" idx="5"/>
          </p:nvPr>
        </p:nvSpPr>
        <p:spPr/>
        <p:txBody>
          <a:bodyPr/>
          <a:lstStyle/>
          <a:p>
            <a:fld id="{7D8C2C35-2B8A-446E-BEC0-FD36716C29AC}" type="slidenum">
              <a:rPr lang="en-DE" smtClean="0"/>
              <a:pPr/>
              <a:t>8</a:t>
            </a:fld>
            <a:endParaRPr lang="en-DE"/>
          </a:p>
        </p:txBody>
      </p:sp>
    </p:spTree>
    <p:extLst>
      <p:ext uri="{BB962C8B-B14F-4D97-AF65-F5344CB8AC3E}">
        <p14:creationId xmlns:p14="http://schemas.microsoft.com/office/powerpoint/2010/main" val="2480409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B018E-14AC-96CD-B511-C83B877B8F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2A5BC-4A03-C5B0-0548-3E74237886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F5598-6EBC-370A-3414-CE536E781C9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1F9A88-106C-DD08-E436-61A119A4CA53}"/>
              </a:ext>
            </a:extLst>
          </p:cNvPr>
          <p:cNvSpPr>
            <a:spLocks noGrp="1"/>
          </p:cNvSpPr>
          <p:nvPr>
            <p:ph type="sldNum" sz="quarter" idx="5"/>
          </p:nvPr>
        </p:nvSpPr>
        <p:spPr/>
        <p:txBody>
          <a:bodyPr/>
          <a:lstStyle/>
          <a:p>
            <a:fld id="{7D8C2C35-2B8A-446E-BEC0-FD36716C29AC}" type="slidenum">
              <a:rPr lang="en-DE" smtClean="0"/>
              <a:pPr/>
              <a:t>9</a:t>
            </a:fld>
            <a:endParaRPr lang="en-DE"/>
          </a:p>
        </p:txBody>
      </p:sp>
    </p:spTree>
    <p:extLst>
      <p:ext uri="{BB962C8B-B14F-4D97-AF65-F5344CB8AC3E}">
        <p14:creationId xmlns:p14="http://schemas.microsoft.com/office/powerpoint/2010/main" val="1678458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44211-5828-72C1-7B11-21C7D63DB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5AFE23-33E3-FC64-77A5-8A2E61167A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9BF74-9C73-0BF0-D0AE-3BAAFC09CF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2F1FF8-407F-6BE9-2EBB-39ED19AB8374}"/>
              </a:ext>
            </a:extLst>
          </p:cNvPr>
          <p:cNvSpPr>
            <a:spLocks noGrp="1"/>
          </p:cNvSpPr>
          <p:nvPr>
            <p:ph type="sldNum" sz="quarter" idx="5"/>
          </p:nvPr>
        </p:nvSpPr>
        <p:spPr/>
        <p:txBody>
          <a:bodyPr/>
          <a:lstStyle/>
          <a:p>
            <a:fld id="{7D8C2C35-2B8A-446E-BEC0-FD36716C29AC}" type="slidenum">
              <a:rPr lang="en-DE" smtClean="0"/>
              <a:pPr/>
              <a:t>10</a:t>
            </a:fld>
            <a:endParaRPr lang="en-DE"/>
          </a:p>
        </p:txBody>
      </p:sp>
    </p:spTree>
    <p:extLst>
      <p:ext uri="{BB962C8B-B14F-4D97-AF65-F5344CB8AC3E}">
        <p14:creationId xmlns:p14="http://schemas.microsoft.com/office/powerpoint/2010/main" val="229694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6590B-10B2-C9EA-6FAE-54D987EB10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A22F4-861C-7320-9C6E-0291393CDD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594DBF-7423-E083-5984-CAC30CFCAF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61FE85-B0BE-097D-BBEC-A9E819661508}"/>
              </a:ext>
            </a:extLst>
          </p:cNvPr>
          <p:cNvSpPr>
            <a:spLocks noGrp="1"/>
          </p:cNvSpPr>
          <p:nvPr>
            <p:ph type="sldNum" sz="quarter" idx="5"/>
          </p:nvPr>
        </p:nvSpPr>
        <p:spPr/>
        <p:txBody>
          <a:bodyPr/>
          <a:lstStyle/>
          <a:p>
            <a:fld id="{7D8C2C35-2B8A-446E-BEC0-FD36716C29AC}" type="slidenum">
              <a:rPr lang="en-DE" smtClean="0"/>
              <a:pPr/>
              <a:t>11</a:t>
            </a:fld>
            <a:endParaRPr lang="en-DE"/>
          </a:p>
        </p:txBody>
      </p:sp>
    </p:spTree>
    <p:extLst>
      <p:ext uri="{BB962C8B-B14F-4D97-AF65-F5344CB8AC3E}">
        <p14:creationId xmlns:p14="http://schemas.microsoft.com/office/powerpoint/2010/main" val="8960849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13</a:t>
            </a:fld>
            <a:endParaRPr lang="en-DE"/>
          </a:p>
        </p:txBody>
      </p:sp>
    </p:spTree>
    <p:extLst>
      <p:ext uri="{BB962C8B-B14F-4D97-AF65-F5344CB8AC3E}">
        <p14:creationId xmlns:p14="http://schemas.microsoft.com/office/powerpoint/2010/main" val="33370436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12.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35.xml.rels><?xml version="1.0" encoding="UTF-8" standalone="yes"?>
<Relationships xmlns="http://schemas.openxmlformats.org/package/2006/relationships"><Relationship Id="rId8" Type="http://schemas.openxmlformats.org/officeDocument/2006/relationships/hyperlink" Target="https://brand.sap.com/naming-center#/dashboard" TargetMode="External"/><Relationship Id="rId3" Type="http://schemas.openxmlformats.org/officeDocument/2006/relationships/image" Target="../media/image25.svg"/><Relationship Id="rId7" Type="http://schemas.openxmlformats.org/officeDocument/2006/relationships/hyperlink" Target="https://brand.sap.com/" TargetMode="External"/><Relationship Id="rId2" Type="http://schemas.openxmlformats.org/officeDocument/2006/relationships/image" Target="../media/image24.svg"/><Relationship Id="rId1" Type="http://schemas.openxmlformats.org/officeDocument/2006/relationships/slideMaster" Target="../slideMasters/slideMaster1.xml"/><Relationship Id="rId6" Type="http://schemas.openxmlformats.org/officeDocument/2006/relationships/hyperlink" Target="https://brand.sap.com/media-library/index.html#/" TargetMode="External"/><Relationship Id="rId5" Type="http://schemas.openxmlformats.org/officeDocument/2006/relationships/image" Target="../media/image27.svg"/><Relationship Id="rId4" Type="http://schemas.openxmlformats.org/officeDocument/2006/relationships/image" Target="../media/image26.svg"/><Relationship Id="rId9" Type="http://schemas.openxmlformats.org/officeDocument/2006/relationships/hyperlink" Target="https://brand.sap.com/writing-assistant"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sv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A">
    <p:bg>
      <p:bgRef idx="1001">
        <a:schemeClr val="bg1"/>
      </p:bgRef>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503238" y="2706317"/>
            <a:ext cx="4765449" cy="997196"/>
          </a:xfrm>
        </p:spPr>
        <p:txBody>
          <a:bodyPr anchor="b" anchorCtr="0">
            <a:noAutofit/>
          </a:bodyPr>
          <a:lstStyle>
            <a:lvl1pPr>
              <a:lnSpc>
                <a:spcPct val="90000"/>
              </a:lnSpc>
              <a:defRPr sz="3600" b="0" i="0">
                <a:latin typeface="+mj-lt"/>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5969000" y="0"/>
            <a:ext cx="6226175" cy="6858000"/>
          </a:xfrm>
        </p:spPr>
        <p:txBody>
          <a:bodyPr anchor="ctr" anchorCtr="0"/>
          <a:lstStyle>
            <a:lvl1pPr marL="0" indent="0" algn="ctr">
              <a:buNone/>
              <a:defRPr/>
            </a:lvl1pPr>
          </a:lstStyle>
          <a:p>
            <a:r>
              <a:rPr lang="en-US"/>
              <a:t>Click to insert picture</a:t>
            </a:r>
          </a:p>
        </p:txBody>
      </p:sp>
      <p:pic>
        <p:nvPicPr>
          <p:cNvPr id="371284571" name="LogoBlue-Dynamic" descr="{&quot;templafy&quot;:{&quot;id&quot;:&quot;ebb781f1-233c-413b-ba43-1c8c2ecb5565&quot;}}"/>
          <p:cNvPicPr>
            <a:picLocks noChangeAspect="1"/>
          </p:cNvPicPr>
          <p:nvPr/>
        </p:nvPicPr>
        <p:blipFill>
          <a:blip r:embed="rId2"/>
          <a:stretch>
            <a:fillRect/>
          </a:stretch>
        </p:blipFill>
        <p:spPr>
          <a:xfrm>
            <a:off x="504000" y="504000"/>
            <a:ext cx="2997983" cy="360000"/>
          </a:xfrm>
          <a:prstGeom prst="rect">
            <a:avLst/>
          </a:prstGeom>
        </p:spPr>
      </p:pic>
    </p:spTree>
    <p:extLst>
      <p:ext uri="{BB962C8B-B14F-4D97-AF65-F5344CB8AC3E}">
        <p14:creationId xmlns:p14="http://schemas.microsoft.com/office/powerpoint/2010/main" val="19824106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701" userDrawn="1">
          <p15:clr>
            <a:srgbClr val="FBAE40"/>
          </p15:clr>
        </p15:guide>
        <p15:guide id="3" orient="horz" pos="2682" userDrawn="1">
          <p15:clr>
            <a:srgbClr val="FBAE40"/>
          </p15:clr>
        </p15:guide>
        <p15:guide id="4" orient="horz" pos="2334" userDrawn="1">
          <p15:clr>
            <a:srgbClr val="FBAE40"/>
          </p15:clr>
        </p15:guide>
        <p15:guide id="5" orient="horz" pos="299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
    <p:bg>
      <p:bgPr>
        <a:solidFill>
          <a:srgbClr val="002A86"/>
        </a:solidFill>
        <a:effectLst/>
      </p:bgPr>
    </p:bg>
    <p:spTree>
      <p:nvGrpSpPr>
        <p:cNvPr id="1" name=""/>
        <p:cNvGrpSpPr/>
        <p:nvPr/>
      </p:nvGrpSpPr>
      <p:grpSpPr>
        <a:xfrm>
          <a:off x="0" y="0"/>
          <a:ext cx="0" cy="0"/>
          <a:chOff x="0" y="0"/>
          <a:chExt cx="0" cy="0"/>
        </a:xfrm>
      </p:grpSpPr>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752355" y="1156532"/>
            <a:ext cx="5613722" cy="2756252"/>
          </a:xfrm>
          <a:prstGeom prst="rect">
            <a:avLst/>
          </a:prstGeom>
        </p:spPr>
      </p:pic>
      <p:pic>
        <p:nvPicPr>
          <p:cNvPr id="28936725" name="Acquired Company Logo Placeholder" descr="{&quot;templafy&quot;:{&quot;id&quot;:&quot;e24a6e43-600a-4c6b-89de-bcf3787a4fa8&quot;}}"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75176" y="0"/>
            <a:ext cx="4320000" cy="6858000"/>
          </a:xfrm>
        </p:spPr>
        <p:txBody>
          <a:bodyPr anchor="ctr" anchorCtr="0"/>
          <a:lstStyle>
            <a:lvl1pPr marL="0" indent="0" algn="ctr">
              <a:buNone/>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504000" y="2206502"/>
            <a:ext cx="5465762" cy="997196"/>
          </a:xfrm>
        </p:spPr>
        <p:txBody>
          <a:bodyPr wrap="square" anchor="b" anchorCtr="0">
            <a:noAutofit/>
          </a:bodyPr>
          <a:lstStyle>
            <a:lvl1pPr algn="l">
              <a:lnSpc>
                <a:spcPct val="90000"/>
              </a:lnSpc>
              <a:defRPr sz="3600" b="0" i="0">
                <a:solidFill>
                  <a:schemeClr val="bg1"/>
                </a:solidFill>
                <a:latin typeface="+mj-lt"/>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458143554" name="LogoWhite-Dynamic" descr="{&quot;templafy&quot;:{&quot;id&quot;:&quot;93b110c8-1146-4ec3-ba31-28434e342774&quot;}}"/>
          <p:cNvPicPr>
            <a:picLocks noChangeAspect="1"/>
          </p:cNvPicPr>
          <p:nvPr/>
        </p:nvPicPr>
        <p:blipFill>
          <a:blip r:embed="rId4"/>
          <a:stretch>
            <a:fillRect/>
          </a:stretch>
        </p:blipFill>
        <p:spPr>
          <a:xfrm>
            <a:off x="504000" y="504000"/>
            <a:ext cx="2997983" cy="360000"/>
          </a:xfrm>
          <a:prstGeom prst="rect">
            <a:avLst/>
          </a:prstGeom>
        </p:spPr>
      </p:pic>
    </p:spTree>
    <p:extLst>
      <p:ext uri="{BB962C8B-B14F-4D97-AF65-F5344CB8AC3E}">
        <p14:creationId xmlns:p14="http://schemas.microsoft.com/office/powerpoint/2010/main" val="7789544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911" userDrawn="1">
          <p15:clr>
            <a:srgbClr val="FBAE40"/>
          </p15:clr>
        </p15:guide>
        <p15:guide id="2" orient="horz" pos="2682" userDrawn="1">
          <p15:clr>
            <a:srgbClr val="FBAE40"/>
          </p15:clr>
        </p15:guide>
        <p15:guide id="3" orient="horz" pos="299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C">
    <p:bg>
      <p:bgPr>
        <a:solidFill>
          <a:srgbClr val="00144A"/>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A814E6-1161-2533-DECB-242314C64D32}"/>
              </a:ext>
            </a:extLst>
          </p:cNvPr>
          <p:cNvPicPr>
            <a:picLocks noChangeAspect="1"/>
          </p:cNvPicPr>
          <p:nvPr userDrawn="1"/>
        </p:nvPicPr>
        <p:blipFill>
          <a:blip r:embed="rId2"/>
          <a:srcRect/>
          <a:stretch/>
        </p:blipFill>
        <p:spPr>
          <a:xfrm>
            <a:off x="2409825" y="1294364"/>
            <a:ext cx="7677375" cy="3819591"/>
          </a:xfrm>
          <a:prstGeom prst="rect">
            <a:avLst/>
          </a:prstGeom>
        </p:spPr>
      </p:pic>
      <p:sp>
        <p:nvSpPr>
          <p:cNvPr id="4" name="Title"/>
          <p:cNvSpPr>
            <a:spLocks noGrp="1"/>
          </p:cNvSpPr>
          <p:nvPr>
            <p:ph type="title" hasCustomPrompt="1"/>
          </p:nvPr>
        </p:nvSpPr>
        <p:spPr>
          <a:xfrm>
            <a:off x="503238" y="2706317"/>
            <a:ext cx="11183936" cy="997196"/>
          </a:xfrm>
        </p:spPr>
        <p:txBody>
          <a:bodyPr>
            <a:noAutofit/>
          </a:bodyPr>
          <a:lstStyle>
            <a:lvl1pPr>
              <a:lnSpc>
                <a:spcPct val="90000"/>
              </a:lnSpc>
              <a:defRPr sz="3600" b="0" i="0">
                <a:solidFill>
                  <a:schemeClr val="bg1"/>
                </a:solidFill>
                <a:latin typeface="+mj-lt"/>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481904411" name="LogoWhite-Dynamic" descr="{&quot;templafy&quot;:{&quot;id&quot;:&quot;42fee049-a9ec-47b8-8500-50f635e5b29a&quot;}}"/>
          <p:cNvPicPr>
            <a:picLocks noChangeAspect="1"/>
          </p:cNvPicPr>
          <p:nvPr/>
        </p:nvPicPr>
        <p:blipFill>
          <a:blip r:embed="rId3"/>
          <a:stretch>
            <a:fillRect/>
          </a:stretch>
        </p:blipFill>
        <p:spPr>
          <a:xfrm>
            <a:off x="504000" y="504000"/>
            <a:ext cx="2997983" cy="360000"/>
          </a:xfrm>
          <a:prstGeom prst="rect">
            <a:avLst/>
          </a:prstGeom>
        </p:spPr>
      </p:pic>
    </p:spTree>
    <p:extLst>
      <p:ext uri="{BB962C8B-B14F-4D97-AF65-F5344CB8AC3E}">
        <p14:creationId xmlns:p14="http://schemas.microsoft.com/office/powerpoint/2010/main" val="2667257257"/>
      </p:ext>
    </p:extLst>
  </p:cSld>
  <p:clrMapOvr>
    <a:masterClrMapping/>
  </p:clrMapOvr>
  <p:extLst>
    <p:ext uri="{DCECCB84-F9BA-43D5-87BE-67443E8EF086}">
      <p15:sldGuideLst xmlns:p15="http://schemas.microsoft.com/office/powerpoint/2012/main">
        <p15:guide id="2" orient="horz" pos="1701" userDrawn="1">
          <p15:clr>
            <a:srgbClr val="FBAE40"/>
          </p15:clr>
        </p15:guide>
        <p15:guide id="3" orient="horz" pos="2688" userDrawn="1">
          <p15:clr>
            <a:srgbClr val="FBAE40"/>
          </p15:clr>
        </p15:guide>
        <p15:guide id="4" orient="horz" pos="2334" userDrawn="1">
          <p15:clr>
            <a:srgbClr val="FBAE40"/>
          </p15:clr>
        </p15:guide>
        <p15:guide id="5" orient="horz" pos="299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D">
    <p:bg>
      <p:bgPr>
        <a:solidFill>
          <a:srgbClr val="D1EFFF"/>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8" y="2706317"/>
            <a:ext cx="5358719" cy="997196"/>
          </a:xfrm>
        </p:spPr>
        <p:txBody>
          <a:bodyPr anchor="b" anchorCtr="0">
            <a:noAutofit/>
          </a:bodyPr>
          <a:lstStyle>
            <a:lvl1pPr>
              <a:lnSpc>
                <a:spcPct val="90000"/>
              </a:lnSpc>
              <a:defRPr sz="3600"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2" name="Image 1" descr="preencoded.png">
            <a:extLst>
              <a:ext uri="{FF2B5EF4-FFF2-40B4-BE49-F238E27FC236}">
                <a16:creationId xmlns:a16="http://schemas.microsoft.com/office/drawing/2014/main" id="{BAFF1977-7427-5CA2-A419-54E33BAD098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t="22188"/>
          <a:stretch/>
        </p:blipFill>
        <p:spPr>
          <a:xfrm>
            <a:off x="7175500" y="0"/>
            <a:ext cx="4313404" cy="1647915"/>
          </a:xfrm>
          <a:prstGeom prst="rect">
            <a:avLst/>
          </a:prstGeom>
        </p:spPr>
      </p:pic>
      <p:pic>
        <p:nvPicPr>
          <p:cNvPr id="13" name="Image 1" descr="preencoded.png">
            <a:extLst>
              <a:ext uri="{FF2B5EF4-FFF2-40B4-BE49-F238E27FC236}">
                <a16:creationId xmlns:a16="http://schemas.microsoft.com/office/drawing/2014/main" id="{58102CDA-6550-338C-434D-B8FA408CB4D2}"/>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175500" y="2385967"/>
            <a:ext cx="4313404" cy="2117815"/>
          </a:xfrm>
          <a:prstGeom prst="rect">
            <a:avLst/>
          </a:prstGeom>
        </p:spPr>
      </p:pic>
      <p:pic>
        <p:nvPicPr>
          <p:cNvPr id="14" name="Image 1" descr="preencoded.png">
            <a:extLst>
              <a:ext uri="{FF2B5EF4-FFF2-40B4-BE49-F238E27FC236}">
                <a16:creationId xmlns:a16="http://schemas.microsoft.com/office/drawing/2014/main" id="{65BCE9EE-E0B3-4D29-F0C4-BD00A1DA3A2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b="23687"/>
          <a:stretch/>
        </p:blipFill>
        <p:spPr>
          <a:xfrm>
            <a:off x="7175500" y="5241835"/>
            <a:ext cx="4313404" cy="1616165"/>
          </a:xfrm>
          <a:prstGeom prst="rect">
            <a:avLst/>
          </a:prstGeom>
        </p:spPr>
      </p:pic>
      <p:pic>
        <p:nvPicPr>
          <p:cNvPr id="1904999126" name="LogoBlack-Dynamic" descr="{&quot;templafy&quot;:{&quot;id&quot;:&quot;0066b16e-2e1d-47c5-9d91-ec9e6252739d&quot;}}"/>
          <p:cNvPicPr>
            <a:picLocks noChangeAspect="1"/>
          </p:cNvPicPr>
          <p:nvPr/>
        </p:nvPicPr>
        <p:blipFill>
          <a:blip r:embed="rId5"/>
          <a:stretch>
            <a:fillRect/>
          </a:stretch>
        </p:blipFill>
        <p:spPr>
          <a:xfrm>
            <a:off x="504000" y="504000"/>
            <a:ext cx="2997983" cy="360000"/>
          </a:xfrm>
          <a:prstGeom prst="rect">
            <a:avLst/>
          </a:prstGeom>
        </p:spPr>
      </p:pic>
    </p:spTree>
    <p:extLst>
      <p:ext uri="{BB962C8B-B14F-4D97-AF65-F5344CB8AC3E}">
        <p14:creationId xmlns:p14="http://schemas.microsoft.com/office/powerpoint/2010/main" val="277845837"/>
      </p:ext>
    </p:extLst>
  </p:cSld>
  <p:clrMapOvr>
    <a:masterClrMapping/>
  </p:clrMapOvr>
  <p:extLst>
    <p:ext uri="{DCECCB84-F9BA-43D5-87BE-67443E8EF086}">
      <p15:sldGuideLst xmlns:p15="http://schemas.microsoft.com/office/powerpoint/2012/main">
        <p15:guide id="2" orient="horz" pos="1701" userDrawn="1">
          <p15:clr>
            <a:srgbClr val="FBAE40"/>
          </p15:clr>
        </p15:guide>
        <p15:guide id="3" orient="horz" pos="2688" userDrawn="1">
          <p15:clr>
            <a:srgbClr val="FBAE40"/>
          </p15:clr>
        </p15:guide>
        <p15:guide id="4" orient="horz" pos="2341" userDrawn="1">
          <p15:clr>
            <a:srgbClr val="FBAE40"/>
          </p15:clr>
        </p15:guide>
        <p15:guide id="5" orient="horz" pos="299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E">
    <p:bg>
      <p:bgPr>
        <a:solidFill>
          <a:srgbClr val="002A86"/>
        </a:solidFill>
        <a:effectLst/>
      </p:bgPr>
    </p:bg>
    <p:spTree>
      <p:nvGrpSpPr>
        <p:cNvPr id="1" name=""/>
        <p:cNvGrpSpPr/>
        <p:nvPr/>
      </p:nvGrpSpPr>
      <p:grpSpPr>
        <a:xfrm>
          <a:off x="0" y="0"/>
          <a:ext cx="0" cy="0"/>
          <a:chOff x="0" y="0"/>
          <a:chExt cx="0" cy="0"/>
        </a:xfrm>
      </p:grpSpPr>
      <p:pic>
        <p:nvPicPr>
          <p:cNvPr id="828473190" name="LogoWhite-Dynamic" descr="{&quot;templafy&quot;:{&quot;id&quot;:&quot;6f223dcf-81f9-4d5d-b29b-fc7928bd77c7&quot;}}"/>
          <p:cNvPicPr>
            <a:picLocks noChangeAspect="1"/>
          </p:cNvPicPr>
          <p:nvPr/>
        </p:nvPicPr>
        <p:blipFill>
          <a:blip r:embed="rId2"/>
          <a:stretch>
            <a:fillRect/>
          </a:stretch>
        </p:blipFill>
        <p:spPr>
          <a:xfrm>
            <a:off x="504000" y="504000"/>
            <a:ext cx="2997983" cy="360000"/>
          </a:xfrm>
          <a:prstGeom prst="rect">
            <a:avLst/>
          </a:prstGeom>
        </p:spPr>
      </p:pic>
      <p:sp>
        <p:nvSpPr>
          <p:cNvPr id="4" name="Title"/>
          <p:cNvSpPr>
            <a:spLocks noGrp="1"/>
          </p:cNvSpPr>
          <p:nvPr userDrawn="1">
            <p:ph type="title" hasCustomPrompt="1"/>
          </p:nvPr>
        </p:nvSpPr>
        <p:spPr>
          <a:xfrm>
            <a:off x="503238" y="2706317"/>
            <a:ext cx="5358719" cy="997196"/>
          </a:xfrm>
        </p:spPr>
        <p:txBody>
          <a:bodyPr anchor="b" anchorCtr="0">
            <a:noAutofit/>
          </a:bodyPr>
          <a:lstStyle>
            <a:lvl1pPr>
              <a:lnSpc>
                <a:spcPct val="90000"/>
              </a:lnSpc>
              <a:defRPr sz="3600" b="0" i="0">
                <a:solidFill>
                  <a:schemeClr val="bg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8" name="Image 1" descr="preencoded.png">
            <a:extLst>
              <a:ext uri="{FF2B5EF4-FFF2-40B4-BE49-F238E27FC236}">
                <a16:creationId xmlns:a16="http://schemas.microsoft.com/office/drawing/2014/main" id="{8CDC0F09-263D-29E7-D374-16F5252D45B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t="22188"/>
          <a:stretch/>
        </p:blipFill>
        <p:spPr>
          <a:xfrm>
            <a:off x="7175500" y="0"/>
            <a:ext cx="4313404" cy="1647915"/>
          </a:xfrm>
          <a:prstGeom prst="rect">
            <a:avLst/>
          </a:prstGeom>
        </p:spPr>
      </p:pic>
      <p:pic>
        <p:nvPicPr>
          <p:cNvPr id="19" name="Image 1" descr="preencoded.png">
            <a:extLst>
              <a:ext uri="{FF2B5EF4-FFF2-40B4-BE49-F238E27FC236}">
                <a16:creationId xmlns:a16="http://schemas.microsoft.com/office/drawing/2014/main" id="{DC385859-B9B6-B3C8-F173-ECEB2422A16C}"/>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175500" y="2385967"/>
            <a:ext cx="4313404" cy="2117815"/>
          </a:xfrm>
          <a:prstGeom prst="rect">
            <a:avLst/>
          </a:prstGeom>
        </p:spPr>
      </p:pic>
      <p:pic>
        <p:nvPicPr>
          <p:cNvPr id="20" name="Image 1" descr="preencoded.png">
            <a:extLst>
              <a:ext uri="{FF2B5EF4-FFF2-40B4-BE49-F238E27FC236}">
                <a16:creationId xmlns:a16="http://schemas.microsoft.com/office/drawing/2014/main" id="{087266D6-22F1-A496-6B1F-14CEDC804997}"/>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b="23687"/>
          <a:stretch/>
        </p:blipFill>
        <p:spPr>
          <a:xfrm>
            <a:off x="7175500" y="5241835"/>
            <a:ext cx="4313404" cy="1616165"/>
          </a:xfrm>
          <a:prstGeom prst="rect">
            <a:avLst/>
          </a:prstGeom>
        </p:spPr>
      </p:pic>
    </p:spTree>
    <p:extLst>
      <p:ext uri="{BB962C8B-B14F-4D97-AF65-F5344CB8AC3E}">
        <p14:creationId xmlns:p14="http://schemas.microsoft.com/office/powerpoint/2010/main" val="3009042552"/>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F">
    <p:bg>
      <p:bgPr>
        <a:solidFill>
          <a:srgbClr val="D1EFFF"/>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9" y="2706317"/>
            <a:ext cx="5129700" cy="997196"/>
          </a:xfrm>
        </p:spPr>
        <p:txBody>
          <a:bodyPr anchor="b" anchorCtr="0">
            <a:noAutofit/>
          </a:bodyPr>
          <a:lstStyle>
            <a:lvl1pPr>
              <a:lnSpc>
                <a:spcPct val="90000"/>
              </a:lnSpc>
              <a:defRPr sz="3600"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5" name="Freeform 139">
            <a:extLst>
              <a:ext uri="{FF2B5EF4-FFF2-40B4-BE49-F238E27FC236}">
                <a16:creationId xmlns:a16="http://schemas.microsoft.com/office/drawing/2014/main" id="{FA0F61C1-1CC3-1F5A-18B8-8E26514F6688}"/>
              </a:ext>
            </a:extLst>
          </p:cNvPr>
          <p:cNvSpPr>
            <a:spLocks noChangeAspect="1"/>
          </p:cNvSpPr>
          <p:nvPr userDrawn="1"/>
        </p:nvSpPr>
        <p:spPr>
          <a:xfrm>
            <a:off x="5970588" y="1931313"/>
            <a:ext cx="5660044" cy="2829600"/>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pic>
        <p:nvPicPr>
          <p:cNvPr id="1385496199" name="LogoBlack-Dynamic" descr="{&quot;templafy&quot;:{&quot;id&quot;:&quot;528d5bde-e5fd-47d0-a568-d9288af7ee82&quot;}}"/>
          <p:cNvPicPr>
            <a:picLocks noChangeAspect="1"/>
          </p:cNvPicPr>
          <p:nvPr/>
        </p:nvPicPr>
        <p:blipFill>
          <a:blip r:embed="rId2"/>
          <a:stretch>
            <a:fillRect/>
          </a:stretch>
        </p:blipFill>
        <p:spPr>
          <a:xfrm>
            <a:off x="504000" y="504000"/>
            <a:ext cx="2997983" cy="360000"/>
          </a:xfrm>
          <a:prstGeom prst="rect">
            <a:avLst/>
          </a:prstGeom>
        </p:spPr>
      </p:pic>
    </p:spTree>
    <p:extLst>
      <p:ext uri="{BB962C8B-B14F-4D97-AF65-F5344CB8AC3E}">
        <p14:creationId xmlns:p14="http://schemas.microsoft.com/office/powerpoint/2010/main" val="1990844581"/>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G">
    <p:bg>
      <p:bgPr>
        <a:solidFill>
          <a:schemeClr val="bg1"/>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8" y="2706317"/>
            <a:ext cx="5100393" cy="997196"/>
          </a:xfrm>
        </p:spPr>
        <p:txBody>
          <a:bodyPr anchor="b" anchorCtr="0">
            <a:noAutofit/>
          </a:bodyPr>
          <a:lstStyle>
            <a:lvl1pPr>
              <a:lnSpc>
                <a:spcPct val="90000"/>
              </a:lnSpc>
              <a:defRPr sz="3600"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7" name="Picture 6">
            <a:extLst>
              <a:ext uri="{FF2B5EF4-FFF2-40B4-BE49-F238E27FC236}">
                <a16:creationId xmlns:a16="http://schemas.microsoft.com/office/drawing/2014/main" id="{4E45A13C-829D-1987-9534-F97491F0C5FB}"/>
              </a:ext>
            </a:extLst>
          </p:cNvPr>
          <p:cNvPicPr>
            <a:picLocks noChangeAspect="1"/>
          </p:cNvPicPr>
          <p:nvPr userDrawn="1"/>
        </p:nvPicPr>
        <p:blipFill>
          <a:blip r:embed="rId2"/>
          <a:stretch>
            <a:fillRect/>
          </a:stretch>
        </p:blipFill>
        <p:spPr>
          <a:xfrm>
            <a:off x="5970588" y="1931313"/>
            <a:ext cx="5685160" cy="2829600"/>
          </a:xfrm>
          <a:prstGeom prst="rect">
            <a:avLst/>
          </a:prstGeom>
        </p:spPr>
      </p:pic>
      <p:pic>
        <p:nvPicPr>
          <p:cNvPr id="1600934058" name="LogoBlue-Dynamic" descr="{&quot;templafy&quot;:{&quot;id&quot;:&quot;68a657a3-0b2e-4f49-92b6-b2c39d4456da&quot;}}"/>
          <p:cNvPicPr>
            <a:picLocks noChangeAspect="1"/>
          </p:cNvPicPr>
          <p:nvPr/>
        </p:nvPicPr>
        <p:blipFill>
          <a:blip r:embed="rId3"/>
          <a:stretch>
            <a:fillRect/>
          </a:stretch>
        </p:blipFill>
        <p:spPr>
          <a:xfrm>
            <a:off x="504000" y="504000"/>
            <a:ext cx="2997983" cy="360000"/>
          </a:xfrm>
          <a:prstGeom prst="rect">
            <a:avLst/>
          </a:prstGeom>
        </p:spPr>
      </p:pic>
    </p:spTree>
    <p:extLst>
      <p:ext uri="{BB962C8B-B14F-4D97-AF65-F5344CB8AC3E}">
        <p14:creationId xmlns:p14="http://schemas.microsoft.com/office/powerpoint/2010/main" val="1779813462"/>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H">
    <p:bg>
      <p:bgPr>
        <a:solidFill>
          <a:srgbClr val="D1E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9" y="2706317"/>
            <a:ext cx="5112116" cy="997196"/>
          </a:xfrm>
        </p:spPr>
        <p:txBody>
          <a:bodyPr anchor="b" anchorCtr="0">
            <a:noAutofit/>
          </a:bodyPr>
          <a:lstStyle>
            <a:lvl1pPr>
              <a:lnSpc>
                <a:spcPct val="9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14" name="Picture Placeholder 5">
            <a:extLst>
              <a:ext uri="{FF2B5EF4-FFF2-40B4-BE49-F238E27FC236}">
                <a16:creationId xmlns:a16="http://schemas.microsoft.com/office/drawing/2014/main" id="{D2BFABF1-DD81-F2D4-FD65-DBCD6636029A}"/>
              </a:ext>
            </a:extLst>
          </p:cNvPr>
          <p:cNvSpPr>
            <a:spLocks noGrp="1"/>
          </p:cNvSpPr>
          <p:nvPr>
            <p:ph type="pic" sz="quarter" idx="10" hasCustomPrompt="1"/>
          </p:nvPr>
        </p:nvSpPr>
        <p:spPr>
          <a:xfrm>
            <a:off x="5980250" y="1932069"/>
            <a:ext cx="5711687" cy="2828844"/>
          </a:xfrm>
          <a:custGeom>
            <a:avLst/>
            <a:gdLst>
              <a:gd name="connsiteX0" fmla="*/ 0 w 5453062"/>
              <a:gd name="connsiteY0" fmla="*/ 0 h 2700337"/>
              <a:gd name="connsiteX1" fmla="*/ 5453062 w 5453062"/>
              <a:gd name="connsiteY1" fmla="*/ 0 h 2700337"/>
              <a:gd name="connsiteX2" fmla="*/ 5453062 w 5453062"/>
              <a:gd name="connsiteY2" fmla="*/ 2700337 h 2700337"/>
              <a:gd name="connsiteX3" fmla="*/ 0 w 5453062"/>
              <a:gd name="connsiteY3" fmla="*/ 2700337 h 2700337"/>
              <a:gd name="connsiteX4" fmla="*/ 0 w 5453062"/>
              <a:gd name="connsiteY4" fmla="*/ 0 h 2700337"/>
              <a:gd name="connsiteX0" fmla="*/ 0 w 5453062"/>
              <a:gd name="connsiteY0" fmla="*/ 0 h 2758526"/>
              <a:gd name="connsiteX1" fmla="*/ 5453062 w 5453062"/>
              <a:gd name="connsiteY1" fmla="*/ 0 h 2758526"/>
              <a:gd name="connsiteX2" fmla="*/ 2751426 w 5453062"/>
              <a:gd name="connsiteY2" fmla="*/ 2758526 h 2758526"/>
              <a:gd name="connsiteX3" fmla="*/ 0 w 5453062"/>
              <a:gd name="connsiteY3" fmla="*/ 2700337 h 2758526"/>
              <a:gd name="connsiteX4" fmla="*/ 0 w 5453062"/>
              <a:gd name="connsiteY4" fmla="*/ 0 h 2758526"/>
              <a:gd name="connsiteX0" fmla="*/ 0 w 5453062"/>
              <a:gd name="connsiteY0" fmla="*/ 0 h 2700337"/>
              <a:gd name="connsiteX1" fmla="*/ 5453062 w 5453062"/>
              <a:gd name="connsiteY1" fmla="*/ 0 h 2700337"/>
              <a:gd name="connsiteX2" fmla="*/ 2726487 w 5453062"/>
              <a:gd name="connsiteY2" fmla="*/ 2700336 h 2700337"/>
              <a:gd name="connsiteX3" fmla="*/ 0 w 5453062"/>
              <a:gd name="connsiteY3" fmla="*/ 2700337 h 2700337"/>
              <a:gd name="connsiteX4" fmla="*/ 0 w 5453062"/>
              <a:gd name="connsiteY4" fmla="*/ 0 h 2700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3062" h="2700337">
                <a:moveTo>
                  <a:pt x="0" y="0"/>
                </a:moveTo>
                <a:lnTo>
                  <a:pt x="5453062" y="0"/>
                </a:lnTo>
                <a:lnTo>
                  <a:pt x="2726487" y="2700336"/>
                </a:lnTo>
                <a:lnTo>
                  <a:pt x="0" y="2700337"/>
                </a:lnTo>
                <a:lnTo>
                  <a:pt x="0" y="0"/>
                </a:lnTo>
                <a:close/>
              </a:path>
            </a:pathLst>
          </a:custGeom>
          <a:solidFill>
            <a:srgbClr val="1B90FF"/>
          </a:solidFill>
        </p:spPr>
        <p:txBody>
          <a:bodyPr anchor="ctr" anchorCtr="0"/>
          <a:lstStyle>
            <a:lvl1pPr marL="0" indent="0" algn="l">
              <a:buNone/>
              <a:defRPr>
                <a:solidFill>
                  <a:schemeClr val="tx1"/>
                </a:solidFill>
              </a:defRPr>
            </a:lvl1pPr>
          </a:lstStyle>
          <a:p>
            <a:r>
              <a:rPr lang="en-US"/>
              <a:t>         Click to add image</a:t>
            </a:r>
          </a:p>
        </p:txBody>
      </p:sp>
      <p:pic>
        <p:nvPicPr>
          <p:cNvPr id="767458019" name="LogoBlack-Dynamic" descr="{&quot;templafy&quot;:{&quot;id&quot;:&quot;b0589ca1-4ce0-4076-b0d2-81b852a4f587&quot;}}"/>
          <p:cNvPicPr>
            <a:picLocks noChangeAspect="1"/>
          </p:cNvPicPr>
          <p:nvPr/>
        </p:nvPicPr>
        <p:blipFill>
          <a:blip r:embed="rId2"/>
          <a:stretch>
            <a:fillRect/>
          </a:stretch>
        </p:blipFill>
        <p:spPr>
          <a:xfrm>
            <a:off x="504000" y="504000"/>
            <a:ext cx="2997983" cy="360000"/>
          </a:xfrm>
          <a:prstGeom prst="rect">
            <a:avLst/>
          </a:prstGeom>
        </p:spPr>
      </p:pic>
    </p:spTree>
    <p:extLst>
      <p:ext uri="{BB962C8B-B14F-4D97-AF65-F5344CB8AC3E}">
        <p14:creationId xmlns:p14="http://schemas.microsoft.com/office/powerpoint/2010/main" val="1084997862"/>
      </p:ext>
    </p:extLst>
  </p:cSld>
  <p:clrMapOvr>
    <a:masterClrMapping/>
  </p:clrMapOvr>
  <p:extLst>
    <p:ext uri="{DCECCB84-F9BA-43D5-87BE-67443E8EF086}">
      <p15:sldGuideLst xmlns:p15="http://schemas.microsoft.com/office/powerpoint/2012/main">
        <p15:guide id="2" orient="horz" pos="1701" userDrawn="1">
          <p15:clr>
            <a:srgbClr val="FBAE40"/>
          </p15:clr>
        </p15:guide>
        <p15:guide id="3" orient="horz" pos="2688">
          <p15:clr>
            <a:srgbClr val="FBAE40"/>
          </p15:clr>
        </p15:guide>
        <p15:guide id="4" orient="horz" pos="2341">
          <p15:clr>
            <a:srgbClr val="FBAE40"/>
          </p15:clr>
        </p15:guide>
        <p15:guide id="5" orient="horz" pos="2999"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I">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3238" y="4024430"/>
            <a:ext cx="11187112" cy="997196"/>
          </a:xfrm>
        </p:spPr>
        <p:txBody>
          <a:bodyPr vert="horz" wrap="square" lIns="0" tIns="0" rIns="0" bIns="0" rtlCol="0">
            <a:noAutofit/>
          </a:bodyPr>
          <a:lstStyle>
            <a:lvl1pPr>
              <a:lnSpc>
                <a:spcPct val="90000"/>
              </a:lnSpc>
              <a:defRPr lang="de-DE" sz="3600" b="0" i="0" dirty="0">
                <a:latin typeface="72 Brand Medium" panose="020B0504030603020204" pitchFamily="34" charset="0"/>
                <a:ea typeface="+mn-ea"/>
                <a:cs typeface="+mn-cs"/>
              </a:defRPr>
            </a:lvl1pPr>
          </a:lstStyle>
          <a:p>
            <a:pPr lvl="0"/>
            <a:r>
              <a:rPr lang="en-US"/>
              <a:t>Title goes here</a:t>
            </a:r>
            <a:br>
              <a:rPr lang="en-US"/>
            </a:br>
            <a:r>
              <a:rPr lang="en-US"/>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5175" cy="3430800"/>
          </a:xfrm>
        </p:spPr>
        <p:txBody>
          <a:bodyPr anchor="ctr" anchorCtr="0"/>
          <a:lstStyle>
            <a:lvl1pPr marL="0" marR="0" indent="0" algn="ctr" defTabSz="1088558" rtl="0" eaLnBrk="1" fontAlgn="auto" latinLnBrk="0" hangingPunct="1">
              <a:lnSpc>
                <a:spcPct val="100000"/>
              </a:lnSpc>
              <a:spcBef>
                <a:spcPts val="1800"/>
              </a:spcBef>
              <a:spcAft>
                <a:spcPts val="0"/>
              </a:spcAft>
              <a:buClr>
                <a:schemeClr val="accent1"/>
              </a:buClr>
              <a:buSzPct val="80000"/>
              <a:buFontTx/>
              <a:buNone/>
              <a:tabLst/>
              <a:defRPr/>
            </a:lvl1pPr>
          </a:lstStyle>
          <a:p>
            <a:pPr marL="0" marR="0" lvl="0" indent="0" algn="ctr" defTabSz="1088558" rtl="0" eaLnBrk="1" fontAlgn="auto" latinLnBrk="0" hangingPunct="1">
              <a:lnSpc>
                <a:spcPct val="100000"/>
              </a:lnSpc>
              <a:spcBef>
                <a:spcPts val="1800"/>
              </a:spcBef>
              <a:spcAft>
                <a:spcPts val="0"/>
              </a:spcAft>
              <a:buClr>
                <a:schemeClr val="accent1"/>
              </a:buClr>
              <a:buSzPct val="80000"/>
              <a:buFontTx/>
              <a:buNone/>
              <a:tabLst/>
              <a:defRPr/>
            </a:pPr>
            <a:r>
              <a:rPr lang="en-US"/>
              <a:t>Click to insert picture</a:t>
            </a:r>
          </a:p>
        </p:txBody>
      </p:sp>
      <p:pic>
        <p:nvPicPr>
          <p:cNvPr id="1829848071" name="LogoBlue-Dynamic" descr="{&quot;templafy&quot;:{&quot;id&quot;:&quot;9f8efc70-9d3f-4c85-a1ab-91abd433b01f&quot;}}"/>
          <p:cNvPicPr>
            <a:picLocks noChangeAspect="1"/>
          </p:cNvPicPr>
          <p:nvPr/>
        </p:nvPicPr>
        <p:blipFill>
          <a:blip r:embed="rId2"/>
          <a:stretch>
            <a:fillRect/>
          </a:stretch>
        </p:blipFill>
        <p:spPr>
          <a:xfrm>
            <a:off x="504000" y="5998166"/>
            <a:ext cx="2997983" cy="360000"/>
          </a:xfrm>
          <a:prstGeom prst="rect">
            <a:avLst/>
          </a:prstGeom>
        </p:spPr>
      </p:pic>
    </p:spTree>
    <p:extLst>
      <p:ext uri="{BB962C8B-B14F-4D97-AF65-F5344CB8AC3E}">
        <p14:creationId xmlns:p14="http://schemas.microsoft.com/office/powerpoint/2010/main" val="21838505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J">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3238" y="4024430"/>
            <a:ext cx="10683936" cy="997196"/>
          </a:xfrm>
        </p:spPr>
        <p:txBody>
          <a:bodyPr vert="horz" wrap="square" lIns="0" tIns="0" rIns="0" bIns="0" rtlCol="0">
            <a:noAutofit/>
          </a:bodyPr>
          <a:lstStyle>
            <a:lvl1pPr>
              <a:lnSpc>
                <a:spcPct val="90000"/>
              </a:lnSpc>
              <a:defRPr lang="de-DE" sz="3600" b="0" i="0" dirty="0">
                <a:latin typeface="72 Brand Medium" panose="020B0504030603020204" pitchFamily="34" charset="0"/>
                <a:ea typeface="+mn-ea"/>
                <a:cs typeface="+mn-cs"/>
              </a:defRPr>
            </a:lvl1pPr>
          </a:lstStyle>
          <a:p>
            <a:pPr lvl="0"/>
            <a:r>
              <a:rPr lang="en-GB"/>
              <a:t>Title goes here</a:t>
            </a:r>
            <a:br>
              <a:rPr lang="en-GB"/>
            </a:br>
            <a:r>
              <a:rPr lang="en-GB"/>
              <a:t>and here and here</a:t>
            </a:r>
            <a:endParaRPr lang="en-US"/>
          </a:p>
        </p:txBody>
      </p:sp>
      <p:pic>
        <p:nvPicPr>
          <p:cNvPr id="1548386817" name="LogoBlue-Dynamic" descr="{&quot;templafy&quot;:{&quot;id&quot;:&quot;a86d9ecd-5e73-4671-901a-34e76030a3f2&quot;}}"/>
          <p:cNvPicPr>
            <a:picLocks noChangeAspect="1"/>
          </p:cNvPicPr>
          <p:nvPr/>
        </p:nvPicPr>
        <p:blipFill>
          <a:blip r:embed="rId2"/>
          <a:stretch>
            <a:fillRect/>
          </a:stretch>
        </p:blipFill>
        <p:spPr>
          <a:xfrm>
            <a:off x="504000" y="5997600"/>
            <a:ext cx="2997983" cy="360000"/>
          </a:xfrm>
          <a:prstGeom prst="rect">
            <a:avLst/>
          </a:prstGeom>
        </p:spPr>
      </p:pic>
      <p:sp>
        <p:nvSpPr>
          <p:cNvPr id="2" name="Rectangle 1">
            <a:extLst>
              <a:ext uri="{FF2B5EF4-FFF2-40B4-BE49-F238E27FC236}">
                <a16:creationId xmlns:a16="http://schemas.microsoft.com/office/drawing/2014/main" id="{22A511F2-AB36-486F-DD38-75D70E7966D1}"/>
              </a:ext>
            </a:extLst>
          </p:cNvPr>
          <p:cNvSpPr/>
          <p:nvPr userDrawn="1"/>
        </p:nvSpPr>
        <p:spPr bwMode="gray">
          <a:xfrm>
            <a:off x="0" y="-1"/>
            <a:ext cx="12195175" cy="3429001"/>
          </a:xfrm>
          <a:prstGeom prst="rect">
            <a:avLst/>
          </a:prstGeom>
          <a:solidFill>
            <a:srgbClr val="002A86"/>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pic>
        <p:nvPicPr>
          <p:cNvPr id="5" name="Image 1" descr="preencoded.png">
            <a:extLst>
              <a:ext uri="{FF2B5EF4-FFF2-40B4-BE49-F238E27FC236}">
                <a16:creationId xmlns:a16="http://schemas.microsoft.com/office/drawing/2014/main" id="{F499F4C9-2427-3F8A-52CC-B08C56B79E1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610894" y="503238"/>
            <a:ext cx="4085806" cy="2006067"/>
          </a:xfrm>
          <a:prstGeom prst="rect">
            <a:avLst/>
          </a:prstGeom>
        </p:spPr>
      </p:pic>
    </p:spTree>
    <p:extLst>
      <p:ext uri="{BB962C8B-B14F-4D97-AF65-F5344CB8AC3E}">
        <p14:creationId xmlns:p14="http://schemas.microsoft.com/office/powerpoint/2010/main" val="33403214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K">
    <p:bg>
      <p:bgPr>
        <a:solidFill>
          <a:srgbClr val="1B90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8" y="2706317"/>
            <a:ext cx="6134326" cy="997196"/>
          </a:xfrm>
        </p:spPr>
        <p:txBody>
          <a:bodyPr anchor="b" anchorCtr="0">
            <a:noAutofit/>
          </a:bodyPr>
          <a:lstStyle>
            <a:lvl1pPr>
              <a:lnSpc>
                <a:spcPct val="90000"/>
              </a:lnSpc>
              <a:defRPr sz="3600"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676678677" name="LogoWhite-Dynamic" descr="{&quot;templafy&quot;:{&quot;id&quot;:&quot;dc285ecd-cc57-445a-a122-9995d101d3e2&quot;}}"/>
          <p:cNvPicPr>
            <a:picLocks noChangeAspect="1"/>
          </p:cNvPicPr>
          <p:nvPr/>
        </p:nvPicPr>
        <p:blipFill>
          <a:blip r:embed="rId2"/>
          <a:stretch>
            <a:fillRect/>
          </a:stretch>
        </p:blipFill>
        <p:spPr>
          <a:xfrm>
            <a:off x="504000" y="504000"/>
            <a:ext cx="2997983" cy="360000"/>
          </a:xfrm>
          <a:prstGeom prst="rect">
            <a:avLst/>
          </a:prstGeom>
        </p:spPr>
      </p:pic>
      <p:sp>
        <p:nvSpPr>
          <p:cNvPr id="4" name="Free-form: Shape 3">
            <a:extLst>
              <a:ext uri="{FF2B5EF4-FFF2-40B4-BE49-F238E27FC236}">
                <a16:creationId xmlns:a16="http://schemas.microsoft.com/office/drawing/2014/main" id="{DE5B3AD0-1D89-347D-1FDC-8F83FFF6F994}"/>
              </a:ext>
            </a:extLst>
          </p:cNvPr>
          <p:cNvSpPr/>
          <p:nvPr userDrawn="1"/>
        </p:nvSpPr>
        <p:spPr bwMode="gray">
          <a:xfrm>
            <a:off x="6923314" y="0"/>
            <a:ext cx="5271861" cy="6858000"/>
          </a:xfrm>
          <a:custGeom>
            <a:avLst/>
            <a:gdLst>
              <a:gd name="connsiteX0" fmla="*/ 4527845 w 5271861"/>
              <a:gd name="connsiteY0" fmla="*/ 6407328 h 6858000"/>
              <a:gd name="connsiteX1" fmla="*/ 4527845 w 5271861"/>
              <a:gd name="connsiteY1" fmla="*/ 6579564 h 6858000"/>
              <a:gd name="connsiteX2" fmla="*/ 4716336 w 5271861"/>
              <a:gd name="connsiteY2" fmla="*/ 6579564 h 6858000"/>
              <a:gd name="connsiteX3" fmla="*/ 4898746 w 5271861"/>
              <a:gd name="connsiteY3" fmla="*/ 6407328 h 6858000"/>
              <a:gd name="connsiteX4" fmla="*/ 3485857 w 5271861"/>
              <a:gd name="connsiteY4" fmla="*/ 6407328 h 6858000"/>
              <a:gd name="connsiteX5" fmla="*/ 3485857 w 5271861"/>
              <a:gd name="connsiteY5" fmla="*/ 6579564 h 6858000"/>
              <a:gd name="connsiteX6" fmla="*/ 3674348 w 5271861"/>
              <a:gd name="connsiteY6" fmla="*/ 6579564 h 6858000"/>
              <a:gd name="connsiteX7" fmla="*/ 3856758 w 5271861"/>
              <a:gd name="connsiteY7" fmla="*/ 6407328 h 6858000"/>
              <a:gd name="connsiteX8" fmla="*/ 2443870 w 5271861"/>
              <a:gd name="connsiteY8" fmla="*/ 6407328 h 6858000"/>
              <a:gd name="connsiteX9" fmla="*/ 2443870 w 5271861"/>
              <a:gd name="connsiteY9" fmla="*/ 6579564 h 6858000"/>
              <a:gd name="connsiteX10" fmla="*/ 2635134 w 5271861"/>
              <a:gd name="connsiteY10" fmla="*/ 6579564 h 6858000"/>
              <a:gd name="connsiteX11" fmla="*/ 2820227 w 5271861"/>
              <a:gd name="connsiteY11" fmla="*/ 6407328 h 6858000"/>
              <a:gd name="connsiteX12" fmla="*/ 1407336 w 5271861"/>
              <a:gd name="connsiteY12" fmla="*/ 6407328 h 6858000"/>
              <a:gd name="connsiteX13" fmla="*/ 1407336 w 5271861"/>
              <a:gd name="connsiteY13" fmla="*/ 6579564 h 6858000"/>
              <a:gd name="connsiteX14" fmla="*/ 1595827 w 5271861"/>
              <a:gd name="connsiteY14" fmla="*/ 6579564 h 6858000"/>
              <a:gd name="connsiteX15" fmla="*/ 1778237 w 5271861"/>
              <a:gd name="connsiteY15" fmla="*/ 6407328 h 6858000"/>
              <a:gd name="connsiteX16" fmla="*/ 365348 w 5271861"/>
              <a:gd name="connsiteY16" fmla="*/ 6407328 h 6858000"/>
              <a:gd name="connsiteX17" fmla="*/ 365348 w 5271861"/>
              <a:gd name="connsiteY17" fmla="*/ 6579564 h 6858000"/>
              <a:gd name="connsiteX18" fmla="*/ 553839 w 5271861"/>
              <a:gd name="connsiteY18" fmla="*/ 6579564 h 6858000"/>
              <a:gd name="connsiteX19" fmla="*/ 736249 w 5271861"/>
              <a:gd name="connsiteY19" fmla="*/ 6407328 h 6858000"/>
              <a:gd name="connsiteX20" fmla="*/ 4527845 w 5271861"/>
              <a:gd name="connsiteY20" fmla="*/ 5635335 h 6858000"/>
              <a:gd name="connsiteX21" fmla="*/ 4527845 w 5271861"/>
              <a:gd name="connsiteY21" fmla="*/ 5807571 h 6858000"/>
              <a:gd name="connsiteX22" fmla="*/ 4716336 w 5271861"/>
              <a:gd name="connsiteY22" fmla="*/ 5807571 h 6858000"/>
              <a:gd name="connsiteX23" fmla="*/ 4898746 w 5271861"/>
              <a:gd name="connsiteY23" fmla="*/ 5635335 h 6858000"/>
              <a:gd name="connsiteX24" fmla="*/ 3485857 w 5271861"/>
              <a:gd name="connsiteY24" fmla="*/ 5635335 h 6858000"/>
              <a:gd name="connsiteX25" fmla="*/ 3485857 w 5271861"/>
              <a:gd name="connsiteY25" fmla="*/ 5807571 h 6858000"/>
              <a:gd name="connsiteX26" fmla="*/ 3674348 w 5271861"/>
              <a:gd name="connsiteY26" fmla="*/ 5807571 h 6858000"/>
              <a:gd name="connsiteX27" fmla="*/ 3856758 w 5271861"/>
              <a:gd name="connsiteY27" fmla="*/ 5635335 h 6858000"/>
              <a:gd name="connsiteX28" fmla="*/ 2443870 w 5271861"/>
              <a:gd name="connsiteY28" fmla="*/ 5635335 h 6858000"/>
              <a:gd name="connsiteX29" fmla="*/ 2443870 w 5271861"/>
              <a:gd name="connsiteY29" fmla="*/ 5807571 h 6858000"/>
              <a:gd name="connsiteX30" fmla="*/ 2635134 w 5271861"/>
              <a:gd name="connsiteY30" fmla="*/ 5807571 h 6858000"/>
              <a:gd name="connsiteX31" fmla="*/ 2820227 w 5271861"/>
              <a:gd name="connsiteY31" fmla="*/ 5635335 h 6858000"/>
              <a:gd name="connsiteX32" fmla="*/ 1407336 w 5271861"/>
              <a:gd name="connsiteY32" fmla="*/ 5635335 h 6858000"/>
              <a:gd name="connsiteX33" fmla="*/ 1407336 w 5271861"/>
              <a:gd name="connsiteY33" fmla="*/ 5807571 h 6858000"/>
              <a:gd name="connsiteX34" fmla="*/ 1595827 w 5271861"/>
              <a:gd name="connsiteY34" fmla="*/ 5807571 h 6858000"/>
              <a:gd name="connsiteX35" fmla="*/ 1778237 w 5271861"/>
              <a:gd name="connsiteY35" fmla="*/ 5635335 h 6858000"/>
              <a:gd name="connsiteX36" fmla="*/ 365348 w 5271861"/>
              <a:gd name="connsiteY36" fmla="*/ 5635335 h 6858000"/>
              <a:gd name="connsiteX37" fmla="*/ 365348 w 5271861"/>
              <a:gd name="connsiteY37" fmla="*/ 5807571 h 6858000"/>
              <a:gd name="connsiteX38" fmla="*/ 553839 w 5271861"/>
              <a:gd name="connsiteY38" fmla="*/ 5807571 h 6858000"/>
              <a:gd name="connsiteX39" fmla="*/ 736249 w 5271861"/>
              <a:gd name="connsiteY39" fmla="*/ 5635335 h 6858000"/>
              <a:gd name="connsiteX40" fmla="*/ 4527845 w 5271861"/>
              <a:gd name="connsiteY40" fmla="*/ 4869722 h 6858000"/>
              <a:gd name="connsiteX41" fmla="*/ 4527845 w 5271861"/>
              <a:gd name="connsiteY41" fmla="*/ 5041958 h 6858000"/>
              <a:gd name="connsiteX42" fmla="*/ 4716336 w 5271861"/>
              <a:gd name="connsiteY42" fmla="*/ 5041958 h 6858000"/>
              <a:gd name="connsiteX43" fmla="*/ 4898746 w 5271861"/>
              <a:gd name="connsiteY43" fmla="*/ 4869722 h 6858000"/>
              <a:gd name="connsiteX44" fmla="*/ 3485857 w 5271861"/>
              <a:gd name="connsiteY44" fmla="*/ 4869722 h 6858000"/>
              <a:gd name="connsiteX45" fmla="*/ 3485857 w 5271861"/>
              <a:gd name="connsiteY45" fmla="*/ 5041958 h 6858000"/>
              <a:gd name="connsiteX46" fmla="*/ 3674348 w 5271861"/>
              <a:gd name="connsiteY46" fmla="*/ 5041958 h 6858000"/>
              <a:gd name="connsiteX47" fmla="*/ 3856758 w 5271861"/>
              <a:gd name="connsiteY47" fmla="*/ 4869722 h 6858000"/>
              <a:gd name="connsiteX48" fmla="*/ 2443870 w 5271861"/>
              <a:gd name="connsiteY48" fmla="*/ 4869722 h 6858000"/>
              <a:gd name="connsiteX49" fmla="*/ 2443870 w 5271861"/>
              <a:gd name="connsiteY49" fmla="*/ 5041958 h 6858000"/>
              <a:gd name="connsiteX50" fmla="*/ 2635134 w 5271861"/>
              <a:gd name="connsiteY50" fmla="*/ 5041958 h 6858000"/>
              <a:gd name="connsiteX51" fmla="*/ 2820227 w 5271861"/>
              <a:gd name="connsiteY51" fmla="*/ 4869722 h 6858000"/>
              <a:gd name="connsiteX52" fmla="*/ 1407336 w 5271861"/>
              <a:gd name="connsiteY52" fmla="*/ 4869722 h 6858000"/>
              <a:gd name="connsiteX53" fmla="*/ 1407336 w 5271861"/>
              <a:gd name="connsiteY53" fmla="*/ 5041958 h 6858000"/>
              <a:gd name="connsiteX54" fmla="*/ 1595827 w 5271861"/>
              <a:gd name="connsiteY54" fmla="*/ 5041958 h 6858000"/>
              <a:gd name="connsiteX55" fmla="*/ 1778237 w 5271861"/>
              <a:gd name="connsiteY55" fmla="*/ 4869722 h 6858000"/>
              <a:gd name="connsiteX56" fmla="*/ 365348 w 5271861"/>
              <a:gd name="connsiteY56" fmla="*/ 4869722 h 6858000"/>
              <a:gd name="connsiteX57" fmla="*/ 365348 w 5271861"/>
              <a:gd name="connsiteY57" fmla="*/ 5041958 h 6858000"/>
              <a:gd name="connsiteX58" fmla="*/ 553839 w 5271861"/>
              <a:gd name="connsiteY58" fmla="*/ 5041958 h 6858000"/>
              <a:gd name="connsiteX59" fmla="*/ 736249 w 5271861"/>
              <a:gd name="connsiteY59" fmla="*/ 4869722 h 6858000"/>
              <a:gd name="connsiteX60" fmla="*/ 4527845 w 5271861"/>
              <a:gd name="connsiteY60" fmla="*/ 4097728 h 6858000"/>
              <a:gd name="connsiteX61" fmla="*/ 4527845 w 5271861"/>
              <a:gd name="connsiteY61" fmla="*/ 4269964 h 6858000"/>
              <a:gd name="connsiteX62" fmla="*/ 4716336 w 5271861"/>
              <a:gd name="connsiteY62" fmla="*/ 4269964 h 6858000"/>
              <a:gd name="connsiteX63" fmla="*/ 4898746 w 5271861"/>
              <a:gd name="connsiteY63" fmla="*/ 4097728 h 6858000"/>
              <a:gd name="connsiteX64" fmla="*/ 3485857 w 5271861"/>
              <a:gd name="connsiteY64" fmla="*/ 4097728 h 6858000"/>
              <a:gd name="connsiteX65" fmla="*/ 3485857 w 5271861"/>
              <a:gd name="connsiteY65" fmla="*/ 4269964 h 6858000"/>
              <a:gd name="connsiteX66" fmla="*/ 3674348 w 5271861"/>
              <a:gd name="connsiteY66" fmla="*/ 4269964 h 6858000"/>
              <a:gd name="connsiteX67" fmla="*/ 3856758 w 5271861"/>
              <a:gd name="connsiteY67" fmla="*/ 4097728 h 6858000"/>
              <a:gd name="connsiteX68" fmla="*/ 2443870 w 5271861"/>
              <a:gd name="connsiteY68" fmla="*/ 4097728 h 6858000"/>
              <a:gd name="connsiteX69" fmla="*/ 2443870 w 5271861"/>
              <a:gd name="connsiteY69" fmla="*/ 4269964 h 6858000"/>
              <a:gd name="connsiteX70" fmla="*/ 2635134 w 5271861"/>
              <a:gd name="connsiteY70" fmla="*/ 4269964 h 6858000"/>
              <a:gd name="connsiteX71" fmla="*/ 2820227 w 5271861"/>
              <a:gd name="connsiteY71" fmla="*/ 4097728 h 6858000"/>
              <a:gd name="connsiteX72" fmla="*/ 1407336 w 5271861"/>
              <a:gd name="connsiteY72" fmla="*/ 4097728 h 6858000"/>
              <a:gd name="connsiteX73" fmla="*/ 1407336 w 5271861"/>
              <a:gd name="connsiteY73" fmla="*/ 4269964 h 6858000"/>
              <a:gd name="connsiteX74" fmla="*/ 1595827 w 5271861"/>
              <a:gd name="connsiteY74" fmla="*/ 4269964 h 6858000"/>
              <a:gd name="connsiteX75" fmla="*/ 1778237 w 5271861"/>
              <a:gd name="connsiteY75" fmla="*/ 4097728 h 6858000"/>
              <a:gd name="connsiteX76" fmla="*/ 365348 w 5271861"/>
              <a:gd name="connsiteY76" fmla="*/ 4097728 h 6858000"/>
              <a:gd name="connsiteX77" fmla="*/ 365348 w 5271861"/>
              <a:gd name="connsiteY77" fmla="*/ 4269964 h 6858000"/>
              <a:gd name="connsiteX78" fmla="*/ 553839 w 5271861"/>
              <a:gd name="connsiteY78" fmla="*/ 4269964 h 6858000"/>
              <a:gd name="connsiteX79" fmla="*/ 736249 w 5271861"/>
              <a:gd name="connsiteY79" fmla="*/ 4097728 h 6858000"/>
              <a:gd name="connsiteX80" fmla="*/ 4527847 w 5271861"/>
              <a:gd name="connsiteY80" fmla="*/ 3332115 h 6858000"/>
              <a:gd name="connsiteX81" fmla="*/ 4527847 w 5271861"/>
              <a:gd name="connsiteY81" fmla="*/ 3497972 h 6858000"/>
              <a:gd name="connsiteX82" fmla="*/ 4716338 w 5271861"/>
              <a:gd name="connsiteY82" fmla="*/ 3497972 h 6858000"/>
              <a:gd name="connsiteX83" fmla="*/ 4898750 w 5271861"/>
              <a:gd name="connsiteY83" fmla="*/ 3332115 h 6858000"/>
              <a:gd name="connsiteX84" fmla="*/ 3485859 w 5271861"/>
              <a:gd name="connsiteY84" fmla="*/ 3332115 h 6858000"/>
              <a:gd name="connsiteX85" fmla="*/ 3485859 w 5271861"/>
              <a:gd name="connsiteY85" fmla="*/ 3497972 h 6858000"/>
              <a:gd name="connsiteX86" fmla="*/ 3674350 w 5271861"/>
              <a:gd name="connsiteY86" fmla="*/ 3497972 h 6858000"/>
              <a:gd name="connsiteX87" fmla="*/ 3856762 w 5271861"/>
              <a:gd name="connsiteY87" fmla="*/ 3332115 h 6858000"/>
              <a:gd name="connsiteX88" fmla="*/ 2443871 w 5271861"/>
              <a:gd name="connsiteY88" fmla="*/ 3332115 h 6858000"/>
              <a:gd name="connsiteX89" fmla="*/ 2443871 w 5271861"/>
              <a:gd name="connsiteY89" fmla="*/ 3497972 h 6858000"/>
              <a:gd name="connsiteX90" fmla="*/ 2635134 w 5271861"/>
              <a:gd name="connsiteY90" fmla="*/ 3497972 h 6858000"/>
              <a:gd name="connsiteX91" fmla="*/ 2820228 w 5271861"/>
              <a:gd name="connsiteY91" fmla="*/ 3332115 h 6858000"/>
              <a:gd name="connsiteX92" fmla="*/ 1407338 w 5271861"/>
              <a:gd name="connsiteY92" fmla="*/ 3332115 h 6858000"/>
              <a:gd name="connsiteX93" fmla="*/ 1407338 w 5271861"/>
              <a:gd name="connsiteY93" fmla="*/ 3497972 h 6858000"/>
              <a:gd name="connsiteX94" fmla="*/ 1595829 w 5271861"/>
              <a:gd name="connsiteY94" fmla="*/ 3497972 h 6858000"/>
              <a:gd name="connsiteX95" fmla="*/ 1778241 w 5271861"/>
              <a:gd name="connsiteY95" fmla="*/ 3332115 h 6858000"/>
              <a:gd name="connsiteX96" fmla="*/ 365350 w 5271861"/>
              <a:gd name="connsiteY96" fmla="*/ 3332115 h 6858000"/>
              <a:gd name="connsiteX97" fmla="*/ 365350 w 5271861"/>
              <a:gd name="connsiteY97" fmla="*/ 3497972 h 6858000"/>
              <a:gd name="connsiteX98" fmla="*/ 553841 w 5271861"/>
              <a:gd name="connsiteY98" fmla="*/ 3497972 h 6858000"/>
              <a:gd name="connsiteX99" fmla="*/ 736253 w 5271861"/>
              <a:gd name="connsiteY99" fmla="*/ 3332115 h 6858000"/>
              <a:gd name="connsiteX100" fmla="*/ 4527845 w 5271861"/>
              <a:gd name="connsiteY100" fmla="*/ 2560122 h 6858000"/>
              <a:gd name="connsiteX101" fmla="*/ 4527845 w 5271861"/>
              <a:gd name="connsiteY101" fmla="*/ 2732358 h 6858000"/>
              <a:gd name="connsiteX102" fmla="*/ 4716336 w 5271861"/>
              <a:gd name="connsiteY102" fmla="*/ 2732358 h 6858000"/>
              <a:gd name="connsiteX103" fmla="*/ 4898746 w 5271861"/>
              <a:gd name="connsiteY103" fmla="*/ 2560122 h 6858000"/>
              <a:gd name="connsiteX104" fmla="*/ 3485857 w 5271861"/>
              <a:gd name="connsiteY104" fmla="*/ 2560122 h 6858000"/>
              <a:gd name="connsiteX105" fmla="*/ 3485857 w 5271861"/>
              <a:gd name="connsiteY105" fmla="*/ 2732358 h 6858000"/>
              <a:gd name="connsiteX106" fmla="*/ 3674348 w 5271861"/>
              <a:gd name="connsiteY106" fmla="*/ 2732358 h 6858000"/>
              <a:gd name="connsiteX107" fmla="*/ 3856758 w 5271861"/>
              <a:gd name="connsiteY107" fmla="*/ 2560122 h 6858000"/>
              <a:gd name="connsiteX108" fmla="*/ 2443870 w 5271861"/>
              <a:gd name="connsiteY108" fmla="*/ 2560122 h 6858000"/>
              <a:gd name="connsiteX109" fmla="*/ 2443870 w 5271861"/>
              <a:gd name="connsiteY109" fmla="*/ 2732358 h 6858000"/>
              <a:gd name="connsiteX110" fmla="*/ 2635134 w 5271861"/>
              <a:gd name="connsiteY110" fmla="*/ 2732358 h 6858000"/>
              <a:gd name="connsiteX111" fmla="*/ 2820227 w 5271861"/>
              <a:gd name="connsiteY111" fmla="*/ 2560122 h 6858000"/>
              <a:gd name="connsiteX112" fmla="*/ 1407336 w 5271861"/>
              <a:gd name="connsiteY112" fmla="*/ 2560122 h 6858000"/>
              <a:gd name="connsiteX113" fmla="*/ 1407336 w 5271861"/>
              <a:gd name="connsiteY113" fmla="*/ 2732358 h 6858000"/>
              <a:gd name="connsiteX114" fmla="*/ 1595827 w 5271861"/>
              <a:gd name="connsiteY114" fmla="*/ 2732358 h 6858000"/>
              <a:gd name="connsiteX115" fmla="*/ 1778237 w 5271861"/>
              <a:gd name="connsiteY115" fmla="*/ 2560122 h 6858000"/>
              <a:gd name="connsiteX116" fmla="*/ 365348 w 5271861"/>
              <a:gd name="connsiteY116" fmla="*/ 2560122 h 6858000"/>
              <a:gd name="connsiteX117" fmla="*/ 365348 w 5271861"/>
              <a:gd name="connsiteY117" fmla="*/ 2732357 h 6858000"/>
              <a:gd name="connsiteX118" fmla="*/ 553839 w 5271861"/>
              <a:gd name="connsiteY118" fmla="*/ 2732357 h 6858000"/>
              <a:gd name="connsiteX119" fmla="*/ 736249 w 5271861"/>
              <a:gd name="connsiteY119" fmla="*/ 2560122 h 6858000"/>
              <a:gd name="connsiteX120" fmla="*/ 4527845 w 5271861"/>
              <a:gd name="connsiteY120" fmla="*/ 1788129 h 6858000"/>
              <a:gd name="connsiteX121" fmla="*/ 4527845 w 5271861"/>
              <a:gd name="connsiteY121" fmla="*/ 1960365 h 6858000"/>
              <a:gd name="connsiteX122" fmla="*/ 4716336 w 5271861"/>
              <a:gd name="connsiteY122" fmla="*/ 1960365 h 6858000"/>
              <a:gd name="connsiteX123" fmla="*/ 4898746 w 5271861"/>
              <a:gd name="connsiteY123" fmla="*/ 1788129 h 6858000"/>
              <a:gd name="connsiteX124" fmla="*/ 3485857 w 5271861"/>
              <a:gd name="connsiteY124" fmla="*/ 1788129 h 6858000"/>
              <a:gd name="connsiteX125" fmla="*/ 3485857 w 5271861"/>
              <a:gd name="connsiteY125" fmla="*/ 1960365 h 6858000"/>
              <a:gd name="connsiteX126" fmla="*/ 3674348 w 5271861"/>
              <a:gd name="connsiteY126" fmla="*/ 1960365 h 6858000"/>
              <a:gd name="connsiteX127" fmla="*/ 3856758 w 5271861"/>
              <a:gd name="connsiteY127" fmla="*/ 1788129 h 6858000"/>
              <a:gd name="connsiteX128" fmla="*/ 2443870 w 5271861"/>
              <a:gd name="connsiteY128" fmla="*/ 1788129 h 6858000"/>
              <a:gd name="connsiteX129" fmla="*/ 2443870 w 5271861"/>
              <a:gd name="connsiteY129" fmla="*/ 1960365 h 6858000"/>
              <a:gd name="connsiteX130" fmla="*/ 2635134 w 5271861"/>
              <a:gd name="connsiteY130" fmla="*/ 1960365 h 6858000"/>
              <a:gd name="connsiteX131" fmla="*/ 2820227 w 5271861"/>
              <a:gd name="connsiteY131" fmla="*/ 1788129 h 6858000"/>
              <a:gd name="connsiteX132" fmla="*/ 1407336 w 5271861"/>
              <a:gd name="connsiteY132" fmla="*/ 1788129 h 6858000"/>
              <a:gd name="connsiteX133" fmla="*/ 1407336 w 5271861"/>
              <a:gd name="connsiteY133" fmla="*/ 1960365 h 6858000"/>
              <a:gd name="connsiteX134" fmla="*/ 1595827 w 5271861"/>
              <a:gd name="connsiteY134" fmla="*/ 1960365 h 6858000"/>
              <a:gd name="connsiteX135" fmla="*/ 1778237 w 5271861"/>
              <a:gd name="connsiteY135" fmla="*/ 1788129 h 6858000"/>
              <a:gd name="connsiteX136" fmla="*/ 365348 w 5271861"/>
              <a:gd name="connsiteY136" fmla="*/ 1788128 h 6858000"/>
              <a:gd name="connsiteX137" fmla="*/ 365348 w 5271861"/>
              <a:gd name="connsiteY137" fmla="*/ 1960364 h 6858000"/>
              <a:gd name="connsiteX138" fmla="*/ 553839 w 5271861"/>
              <a:gd name="connsiteY138" fmla="*/ 1960364 h 6858000"/>
              <a:gd name="connsiteX139" fmla="*/ 736249 w 5271861"/>
              <a:gd name="connsiteY139" fmla="*/ 1788128 h 6858000"/>
              <a:gd name="connsiteX140" fmla="*/ 4527845 w 5271861"/>
              <a:gd name="connsiteY140" fmla="*/ 1022516 h 6858000"/>
              <a:gd name="connsiteX141" fmla="*/ 4527845 w 5271861"/>
              <a:gd name="connsiteY141" fmla="*/ 1194753 h 6858000"/>
              <a:gd name="connsiteX142" fmla="*/ 4716336 w 5271861"/>
              <a:gd name="connsiteY142" fmla="*/ 1194753 h 6858000"/>
              <a:gd name="connsiteX143" fmla="*/ 4898746 w 5271861"/>
              <a:gd name="connsiteY143" fmla="*/ 1022516 h 6858000"/>
              <a:gd name="connsiteX144" fmla="*/ 3485857 w 5271861"/>
              <a:gd name="connsiteY144" fmla="*/ 1022516 h 6858000"/>
              <a:gd name="connsiteX145" fmla="*/ 3485857 w 5271861"/>
              <a:gd name="connsiteY145" fmla="*/ 1194753 h 6858000"/>
              <a:gd name="connsiteX146" fmla="*/ 3674348 w 5271861"/>
              <a:gd name="connsiteY146" fmla="*/ 1194753 h 6858000"/>
              <a:gd name="connsiteX147" fmla="*/ 3856758 w 5271861"/>
              <a:gd name="connsiteY147" fmla="*/ 1022516 h 6858000"/>
              <a:gd name="connsiteX148" fmla="*/ 2443870 w 5271861"/>
              <a:gd name="connsiteY148" fmla="*/ 1022516 h 6858000"/>
              <a:gd name="connsiteX149" fmla="*/ 2443870 w 5271861"/>
              <a:gd name="connsiteY149" fmla="*/ 1194753 h 6858000"/>
              <a:gd name="connsiteX150" fmla="*/ 2635134 w 5271861"/>
              <a:gd name="connsiteY150" fmla="*/ 1194753 h 6858000"/>
              <a:gd name="connsiteX151" fmla="*/ 2820227 w 5271861"/>
              <a:gd name="connsiteY151" fmla="*/ 1022516 h 6858000"/>
              <a:gd name="connsiteX152" fmla="*/ 1407336 w 5271861"/>
              <a:gd name="connsiteY152" fmla="*/ 1022516 h 6858000"/>
              <a:gd name="connsiteX153" fmla="*/ 1407336 w 5271861"/>
              <a:gd name="connsiteY153" fmla="*/ 1194753 h 6858000"/>
              <a:gd name="connsiteX154" fmla="*/ 1595827 w 5271861"/>
              <a:gd name="connsiteY154" fmla="*/ 1194753 h 6858000"/>
              <a:gd name="connsiteX155" fmla="*/ 1778237 w 5271861"/>
              <a:gd name="connsiteY155" fmla="*/ 1022516 h 6858000"/>
              <a:gd name="connsiteX156" fmla="*/ 365348 w 5271861"/>
              <a:gd name="connsiteY156" fmla="*/ 1022515 h 6858000"/>
              <a:gd name="connsiteX157" fmla="*/ 365348 w 5271861"/>
              <a:gd name="connsiteY157" fmla="*/ 1194751 h 6858000"/>
              <a:gd name="connsiteX158" fmla="*/ 553839 w 5271861"/>
              <a:gd name="connsiteY158" fmla="*/ 1194751 h 6858000"/>
              <a:gd name="connsiteX159" fmla="*/ 736249 w 5271861"/>
              <a:gd name="connsiteY159" fmla="*/ 1022515 h 6858000"/>
              <a:gd name="connsiteX160" fmla="*/ 4527845 w 5271861"/>
              <a:gd name="connsiteY160" fmla="*/ 250524 h 6858000"/>
              <a:gd name="connsiteX161" fmla="*/ 4527845 w 5271861"/>
              <a:gd name="connsiteY161" fmla="*/ 422759 h 6858000"/>
              <a:gd name="connsiteX162" fmla="*/ 4716336 w 5271861"/>
              <a:gd name="connsiteY162" fmla="*/ 422759 h 6858000"/>
              <a:gd name="connsiteX163" fmla="*/ 4898746 w 5271861"/>
              <a:gd name="connsiteY163" fmla="*/ 250524 h 6858000"/>
              <a:gd name="connsiteX164" fmla="*/ 3485857 w 5271861"/>
              <a:gd name="connsiteY164" fmla="*/ 250524 h 6858000"/>
              <a:gd name="connsiteX165" fmla="*/ 3485857 w 5271861"/>
              <a:gd name="connsiteY165" fmla="*/ 422759 h 6858000"/>
              <a:gd name="connsiteX166" fmla="*/ 3674348 w 5271861"/>
              <a:gd name="connsiteY166" fmla="*/ 422759 h 6858000"/>
              <a:gd name="connsiteX167" fmla="*/ 3856758 w 5271861"/>
              <a:gd name="connsiteY167" fmla="*/ 250524 h 6858000"/>
              <a:gd name="connsiteX168" fmla="*/ 2443870 w 5271861"/>
              <a:gd name="connsiteY168" fmla="*/ 250524 h 6858000"/>
              <a:gd name="connsiteX169" fmla="*/ 2443870 w 5271861"/>
              <a:gd name="connsiteY169" fmla="*/ 422759 h 6858000"/>
              <a:gd name="connsiteX170" fmla="*/ 2635134 w 5271861"/>
              <a:gd name="connsiteY170" fmla="*/ 422759 h 6858000"/>
              <a:gd name="connsiteX171" fmla="*/ 2820227 w 5271861"/>
              <a:gd name="connsiteY171" fmla="*/ 250524 h 6858000"/>
              <a:gd name="connsiteX172" fmla="*/ 1407336 w 5271861"/>
              <a:gd name="connsiteY172" fmla="*/ 250524 h 6858000"/>
              <a:gd name="connsiteX173" fmla="*/ 1407336 w 5271861"/>
              <a:gd name="connsiteY173" fmla="*/ 422759 h 6858000"/>
              <a:gd name="connsiteX174" fmla="*/ 1595827 w 5271861"/>
              <a:gd name="connsiteY174" fmla="*/ 422759 h 6858000"/>
              <a:gd name="connsiteX175" fmla="*/ 1778237 w 5271861"/>
              <a:gd name="connsiteY175" fmla="*/ 250524 h 6858000"/>
              <a:gd name="connsiteX176" fmla="*/ 365348 w 5271861"/>
              <a:gd name="connsiteY176" fmla="*/ 250522 h 6858000"/>
              <a:gd name="connsiteX177" fmla="*/ 365348 w 5271861"/>
              <a:gd name="connsiteY177" fmla="*/ 422758 h 6858000"/>
              <a:gd name="connsiteX178" fmla="*/ 553839 w 5271861"/>
              <a:gd name="connsiteY178" fmla="*/ 422758 h 6858000"/>
              <a:gd name="connsiteX179" fmla="*/ 736249 w 5271861"/>
              <a:gd name="connsiteY179" fmla="*/ 250522 h 6858000"/>
              <a:gd name="connsiteX180" fmla="*/ 0 w 5271861"/>
              <a:gd name="connsiteY180" fmla="*/ 0 h 6858000"/>
              <a:gd name="connsiteX181" fmla="*/ 4923065 w 5271861"/>
              <a:gd name="connsiteY181" fmla="*/ 0 h 6858000"/>
              <a:gd name="connsiteX182" fmla="*/ 5092917 w 5271861"/>
              <a:gd name="connsiteY182" fmla="*/ 0 h 6858000"/>
              <a:gd name="connsiteX183" fmla="*/ 5271861 w 5271861"/>
              <a:gd name="connsiteY183" fmla="*/ 0 h 6858000"/>
              <a:gd name="connsiteX184" fmla="*/ 5271861 w 5271861"/>
              <a:gd name="connsiteY184" fmla="*/ 6858000 h 6858000"/>
              <a:gd name="connsiteX185" fmla="*/ 5092917 w 5271861"/>
              <a:gd name="connsiteY185" fmla="*/ 6858000 h 6858000"/>
              <a:gd name="connsiteX186" fmla="*/ 4923065 w 5271861"/>
              <a:gd name="connsiteY186" fmla="*/ 6858000 h 6858000"/>
              <a:gd name="connsiteX187" fmla="*/ 0 w 5271861"/>
              <a:gd name="connsiteY18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271861" h="6858000">
                <a:moveTo>
                  <a:pt x="4527845" y="6407328"/>
                </a:moveTo>
                <a:lnTo>
                  <a:pt x="4527845" y="6579564"/>
                </a:lnTo>
                <a:lnTo>
                  <a:pt x="4716336" y="6579564"/>
                </a:lnTo>
                <a:lnTo>
                  <a:pt x="4898746" y="6407328"/>
                </a:lnTo>
                <a:close/>
                <a:moveTo>
                  <a:pt x="3485857" y="6407328"/>
                </a:moveTo>
                <a:lnTo>
                  <a:pt x="3485857" y="6579564"/>
                </a:lnTo>
                <a:lnTo>
                  <a:pt x="3674348" y="6579564"/>
                </a:lnTo>
                <a:lnTo>
                  <a:pt x="3856758" y="6407328"/>
                </a:lnTo>
                <a:close/>
                <a:moveTo>
                  <a:pt x="2443870" y="6407328"/>
                </a:moveTo>
                <a:lnTo>
                  <a:pt x="2443870" y="6579564"/>
                </a:lnTo>
                <a:lnTo>
                  <a:pt x="2635134" y="6579564"/>
                </a:lnTo>
                <a:lnTo>
                  <a:pt x="2820227" y="6407328"/>
                </a:lnTo>
                <a:close/>
                <a:moveTo>
                  <a:pt x="1407336" y="6407328"/>
                </a:moveTo>
                <a:lnTo>
                  <a:pt x="1407336" y="6579564"/>
                </a:lnTo>
                <a:lnTo>
                  <a:pt x="1595827" y="6579564"/>
                </a:lnTo>
                <a:lnTo>
                  <a:pt x="1778237" y="6407328"/>
                </a:lnTo>
                <a:close/>
                <a:moveTo>
                  <a:pt x="365348" y="6407328"/>
                </a:moveTo>
                <a:lnTo>
                  <a:pt x="365348" y="6579564"/>
                </a:lnTo>
                <a:lnTo>
                  <a:pt x="553839" y="6579564"/>
                </a:lnTo>
                <a:lnTo>
                  <a:pt x="736249" y="6407328"/>
                </a:lnTo>
                <a:close/>
                <a:moveTo>
                  <a:pt x="4527845" y="5635335"/>
                </a:moveTo>
                <a:lnTo>
                  <a:pt x="4527845" y="5807571"/>
                </a:lnTo>
                <a:lnTo>
                  <a:pt x="4716336" y="5807571"/>
                </a:lnTo>
                <a:lnTo>
                  <a:pt x="4898746" y="5635335"/>
                </a:lnTo>
                <a:close/>
                <a:moveTo>
                  <a:pt x="3485857" y="5635335"/>
                </a:moveTo>
                <a:lnTo>
                  <a:pt x="3485857" y="5807571"/>
                </a:lnTo>
                <a:lnTo>
                  <a:pt x="3674348" y="5807571"/>
                </a:lnTo>
                <a:lnTo>
                  <a:pt x="3856758" y="5635335"/>
                </a:lnTo>
                <a:close/>
                <a:moveTo>
                  <a:pt x="2443870" y="5635335"/>
                </a:moveTo>
                <a:lnTo>
                  <a:pt x="2443870" y="5807571"/>
                </a:lnTo>
                <a:lnTo>
                  <a:pt x="2635134" y="5807571"/>
                </a:lnTo>
                <a:lnTo>
                  <a:pt x="2820227" y="5635335"/>
                </a:lnTo>
                <a:close/>
                <a:moveTo>
                  <a:pt x="1407336" y="5635335"/>
                </a:moveTo>
                <a:lnTo>
                  <a:pt x="1407336" y="5807571"/>
                </a:lnTo>
                <a:lnTo>
                  <a:pt x="1595827" y="5807571"/>
                </a:lnTo>
                <a:lnTo>
                  <a:pt x="1778237" y="5635335"/>
                </a:lnTo>
                <a:close/>
                <a:moveTo>
                  <a:pt x="365348" y="5635335"/>
                </a:moveTo>
                <a:lnTo>
                  <a:pt x="365348" y="5807571"/>
                </a:lnTo>
                <a:lnTo>
                  <a:pt x="553839" y="5807571"/>
                </a:lnTo>
                <a:lnTo>
                  <a:pt x="736249" y="5635335"/>
                </a:lnTo>
                <a:close/>
                <a:moveTo>
                  <a:pt x="4527845" y="4869722"/>
                </a:moveTo>
                <a:lnTo>
                  <a:pt x="4527845" y="5041958"/>
                </a:lnTo>
                <a:lnTo>
                  <a:pt x="4716336" y="5041958"/>
                </a:lnTo>
                <a:lnTo>
                  <a:pt x="4898746" y="4869722"/>
                </a:lnTo>
                <a:close/>
                <a:moveTo>
                  <a:pt x="3485857" y="4869722"/>
                </a:moveTo>
                <a:lnTo>
                  <a:pt x="3485857" y="5041958"/>
                </a:lnTo>
                <a:lnTo>
                  <a:pt x="3674348" y="5041958"/>
                </a:lnTo>
                <a:lnTo>
                  <a:pt x="3856758" y="4869722"/>
                </a:lnTo>
                <a:close/>
                <a:moveTo>
                  <a:pt x="2443870" y="4869722"/>
                </a:moveTo>
                <a:lnTo>
                  <a:pt x="2443870" y="5041958"/>
                </a:lnTo>
                <a:lnTo>
                  <a:pt x="2635134" y="5041958"/>
                </a:lnTo>
                <a:lnTo>
                  <a:pt x="2820227" y="4869722"/>
                </a:lnTo>
                <a:close/>
                <a:moveTo>
                  <a:pt x="1407336" y="4869722"/>
                </a:moveTo>
                <a:lnTo>
                  <a:pt x="1407336" y="5041958"/>
                </a:lnTo>
                <a:lnTo>
                  <a:pt x="1595827" y="5041958"/>
                </a:lnTo>
                <a:lnTo>
                  <a:pt x="1778237" y="4869722"/>
                </a:lnTo>
                <a:close/>
                <a:moveTo>
                  <a:pt x="365348" y="4869722"/>
                </a:moveTo>
                <a:lnTo>
                  <a:pt x="365348" y="5041958"/>
                </a:lnTo>
                <a:lnTo>
                  <a:pt x="553839" y="5041958"/>
                </a:lnTo>
                <a:lnTo>
                  <a:pt x="736249" y="4869722"/>
                </a:lnTo>
                <a:close/>
                <a:moveTo>
                  <a:pt x="4527845" y="4097728"/>
                </a:moveTo>
                <a:lnTo>
                  <a:pt x="4527845" y="4269964"/>
                </a:lnTo>
                <a:lnTo>
                  <a:pt x="4716336" y="4269964"/>
                </a:lnTo>
                <a:lnTo>
                  <a:pt x="4898746" y="4097728"/>
                </a:lnTo>
                <a:close/>
                <a:moveTo>
                  <a:pt x="3485857" y="4097728"/>
                </a:moveTo>
                <a:lnTo>
                  <a:pt x="3485857" y="4269964"/>
                </a:lnTo>
                <a:lnTo>
                  <a:pt x="3674348" y="4269964"/>
                </a:lnTo>
                <a:lnTo>
                  <a:pt x="3856758" y="4097728"/>
                </a:lnTo>
                <a:close/>
                <a:moveTo>
                  <a:pt x="2443870" y="4097728"/>
                </a:moveTo>
                <a:lnTo>
                  <a:pt x="2443870" y="4269964"/>
                </a:lnTo>
                <a:lnTo>
                  <a:pt x="2635134" y="4269964"/>
                </a:lnTo>
                <a:lnTo>
                  <a:pt x="2820227" y="4097728"/>
                </a:lnTo>
                <a:close/>
                <a:moveTo>
                  <a:pt x="1407336" y="4097728"/>
                </a:moveTo>
                <a:lnTo>
                  <a:pt x="1407336" y="4269964"/>
                </a:lnTo>
                <a:lnTo>
                  <a:pt x="1595827" y="4269964"/>
                </a:lnTo>
                <a:lnTo>
                  <a:pt x="1778237" y="4097728"/>
                </a:lnTo>
                <a:close/>
                <a:moveTo>
                  <a:pt x="365348" y="4097728"/>
                </a:moveTo>
                <a:lnTo>
                  <a:pt x="365348" y="4269964"/>
                </a:lnTo>
                <a:lnTo>
                  <a:pt x="553839" y="4269964"/>
                </a:lnTo>
                <a:lnTo>
                  <a:pt x="736249" y="4097728"/>
                </a:lnTo>
                <a:close/>
                <a:moveTo>
                  <a:pt x="4527847" y="3332115"/>
                </a:moveTo>
                <a:lnTo>
                  <a:pt x="4527847" y="3497972"/>
                </a:lnTo>
                <a:lnTo>
                  <a:pt x="4716338" y="3497972"/>
                </a:lnTo>
                <a:lnTo>
                  <a:pt x="4898750" y="3332115"/>
                </a:lnTo>
                <a:close/>
                <a:moveTo>
                  <a:pt x="3485859" y="3332115"/>
                </a:moveTo>
                <a:lnTo>
                  <a:pt x="3485859" y="3497972"/>
                </a:lnTo>
                <a:lnTo>
                  <a:pt x="3674350" y="3497972"/>
                </a:lnTo>
                <a:lnTo>
                  <a:pt x="3856762" y="3332115"/>
                </a:lnTo>
                <a:close/>
                <a:moveTo>
                  <a:pt x="2443871" y="3332115"/>
                </a:moveTo>
                <a:lnTo>
                  <a:pt x="2443871" y="3497972"/>
                </a:lnTo>
                <a:lnTo>
                  <a:pt x="2635134" y="3497972"/>
                </a:lnTo>
                <a:lnTo>
                  <a:pt x="2820228" y="3332115"/>
                </a:lnTo>
                <a:close/>
                <a:moveTo>
                  <a:pt x="1407338" y="3332115"/>
                </a:moveTo>
                <a:lnTo>
                  <a:pt x="1407338" y="3497972"/>
                </a:lnTo>
                <a:lnTo>
                  <a:pt x="1595829" y="3497972"/>
                </a:lnTo>
                <a:lnTo>
                  <a:pt x="1778241" y="3332115"/>
                </a:lnTo>
                <a:close/>
                <a:moveTo>
                  <a:pt x="365350" y="3332115"/>
                </a:moveTo>
                <a:lnTo>
                  <a:pt x="365350" y="3497972"/>
                </a:lnTo>
                <a:lnTo>
                  <a:pt x="553841" y="3497972"/>
                </a:lnTo>
                <a:lnTo>
                  <a:pt x="736253" y="3332115"/>
                </a:lnTo>
                <a:close/>
                <a:moveTo>
                  <a:pt x="4527845" y="2560122"/>
                </a:moveTo>
                <a:lnTo>
                  <a:pt x="4527845" y="2732358"/>
                </a:lnTo>
                <a:lnTo>
                  <a:pt x="4716336" y="2732358"/>
                </a:lnTo>
                <a:lnTo>
                  <a:pt x="4898746" y="2560122"/>
                </a:lnTo>
                <a:close/>
                <a:moveTo>
                  <a:pt x="3485857" y="2560122"/>
                </a:moveTo>
                <a:lnTo>
                  <a:pt x="3485857" y="2732358"/>
                </a:lnTo>
                <a:lnTo>
                  <a:pt x="3674348" y="2732358"/>
                </a:lnTo>
                <a:lnTo>
                  <a:pt x="3856758" y="2560122"/>
                </a:lnTo>
                <a:close/>
                <a:moveTo>
                  <a:pt x="2443870" y="2560122"/>
                </a:moveTo>
                <a:lnTo>
                  <a:pt x="2443870" y="2732358"/>
                </a:lnTo>
                <a:lnTo>
                  <a:pt x="2635134" y="2732358"/>
                </a:lnTo>
                <a:lnTo>
                  <a:pt x="2820227" y="2560122"/>
                </a:lnTo>
                <a:close/>
                <a:moveTo>
                  <a:pt x="1407336" y="2560122"/>
                </a:moveTo>
                <a:lnTo>
                  <a:pt x="1407336" y="2732358"/>
                </a:lnTo>
                <a:lnTo>
                  <a:pt x="1595827" y="2732358"/>
                </a:lnTo>
                <a:lnTo>
                  <a:pt x="1778237" y="2560122"/>
                </a:lnTo>
                <a:close/>
                <a:moveTo>
                  <a:pt x="365348" y="2560122"/>
                </a:moveTo>
                <a:lnTo>
                  <a:pt x="365348" y="2732357"/>
                </a:lnTo>
                <a:lnTo>
                  <a:pt x="553839" y="2732357"/>
                </a:lnTo>
                <a:lnTo>
                  <a:pt x="736249" y="2560122"/>
                </a:lnTo>
                <a:close/>
                <a:moveTo>
                  <a:pt x="4527845" y="1788129"/>
                </a:moveTo>
                <a:lnTo>
                  <a:pt x="4527845" y="1960365"/>
                </a:lnTo>
                <a:lnTo>
                  <a:pt x="4716336" y="1960365"/>
                </a:lnTo>
                <a:lnTo>
                  <a:pt x="4898746" y="1788129"/>
                </a:lnTo>
                <a:close/>
                <a:moveTo>
                  <a:pt x="3485857" y="1788129"/>
                </a:moveTo>
                <a:lnTo>
                  <a:pt x="3485857" y="1960365"/>
                </a:lnTo>
                <a:lnTo>
                  <a:pt x="3674348" y="1960365"/>
                </a:lnTo>
                <a:lnTo>
                  <a:pt x="3856758" y="1788129"/>
                </a:lnTo>
                <a:close/>
                <a:moveTo>
                  <a:pt x="2443870" y="1788129"/>
                </a:moveTo>
                <a:lnTo>
                  <a:pt x="2443870" y="1960365"/>
                </a:lnTo>
                <a:lnTo>
                  <a:pt x="2635134" y="1960365"/>
                </a:lnTo>
                <a:lnTo>
                  <a:pt x="2820227" y="1788129"/>
                </a:lnTo>
                <a:close/>
                <a:moveTo>
                  <a:pt x="1407336" y="1788129"/>
                </a:moveTo>
                <a:lnTo>
                  <a:pt x="1407336" y="1960365"/>
                </a:lnTo>
                <a:lnTo>
                  <a:pt x="1595827" y="1960365"/>
                </a:lnTo>
                <a:lnTo>
                  <a:pt x="1778237" y="1788129"/>
                </a:lnTo>
                <a:close/>
                <a:moveTo>
                  <a:pt x="365348" y="1788128"/>
                </a:moveTo>
                <a:lnTo>
                  <a:pt x="365348" y="1960364"/>
                </a:lnTo>
                <a:lnTo>
                  <a:pt x="553839" y="1960364"/>
                </a:lnTo>
                <a:lnTo>
                  <a:pt x="736249" y="1788128"/>
                </a:lnTo>
                <a:close/>
                <a:moveTo>
                  <a:pt x="4527845" y="1022516"/>
                </a:moveTo>
                <a:lnTo>
                  <a:pt x="4527845" y="1194753"/>
                </a:lnTo>
                <a:lnTo>
                  <a:pt x="4716336" y="1194753"/>
                </a:lnTo>
                <a:lnTo>
                  <a:pt x="4898746" y="1022516"/>
                </a:lnTo>
                <a:close/>
                <a:moveTo>
                  <a:pt x="3485857" y="1022516"/>
                </a:moveTo>
                <a:lnTo>
                  <a:pt x="3485857" y="1194753"/>
                </a:lnTo>
                <a:lnTo>
                  <a:pt x="3674348" y="1194753"/>
                </a:lnTo>
                <a:lnTo>
                  <a:pt x="3856758" y="1022516"/>
                </a:lnTo>
                <a:close/>
                <a:moveTo>
                  <a:pt x="2443870" y="1022516"/>
                </a:moveTo>
                <a:lnTo>
                  <a:pt x="2443870" y="1194753"/>
                </a:lnTo>
                <a:lnTo>
                  <a:pt x="2635134" y="1194753"/>
                </a:lnTo>
                <a:lnTo>
                  <a:pt x="2820227" y="1022516"/>
                </a:lnTo>
                <a:close/>
                <a:moveTo>
                  <a:pt x="1407336" y="1022516"/>
                </a:moveTo>
                <a:lnTo>
                  <a:pt x="1407336" y="1194753"/>
                </a:lnTo>
                <a:lnTo>
                  <a:pt x="1595827" y="1194753"/>
                </a:lnTo>
                <a:lnTo>
                  <a:pt x="1778237" y="1022516"/>
                </a:lnTo>
                <a:close/>
                <a:moveTo>
                  <a:pt x="365348" y="1022515"/>
                </a:moveTo>
                <a:lnTo>
                  <a:pt x="365348" y="1194751"/>
                </a:lnTo>
                <a:lnTo>
                  <a:pt x="553839" y="1194751"/>
                </a:lnTo>
                <a:lnTo>
                  <a:pt x="736249" y="1022515"/>
                </a:lnTo>
                <a:close/>
                <a:moveTo>
                  <a:pt x="4527845" y="250524"/>
                </a:moveTo>
                <a:lnTo>
                  <a:pt x="4527845" y="422759"/>
                </a:lnTo>
                <a:lnTo>
                  <a:pt x="4716336" y="422759"/>
                </a:lnTo>
                <a:lnTo>
                  <a:pt x="4898746" y="250524"/>
                </a:lnTo>
                <a:close/>
                <a:moveTo>
                  <a:pt x="3485857" y="250524"/>
                </a:moveTo>
                <a:lnTo>
                  <a:pt x="3485857" y="422759"/>
                </a:lnTo>
                <a:lnTo>
                  <a:pt x="3674348" y="422759"/>
                </a:lnTo>
                <a:lnTo>
                  <a:pt x="3856758" y="250524"/>
                </a:lnTo>
                <a:close/>
                <a:moveTo>
                  <a:pt x="2443870" y="250524"/>
                </a:moveTo>
                <a:lnTo>
                  <a:pt x="2443870" y="422759"/>
                </a:lnTo>
                <a:lnTo>
                  <a:pt x="2635134" y="422759"/>
                </a:lnTo>
                <a:lnTo>
                  <a:pt x="2820227" y="250524"/>
                </a:lnTo>
                <a:close/>
                <a:moveTo>
                  <a:pt x="1407336" y="250524"/>
                </a:moveTo>
                <a:lnTo>
                  <a:pt x="1407336" y="422759"/>
                </a:lnTo>
                <a:lnTo>
                  <a:pt x="1595827" y="422759"/>
                </a:lnTo>
                <a:lnTo>
                  <a:pt x="1778237" y="250524"/>
                </a:lnTo>
                <a:close/>
                <a:moveTo>
                  <a:pt x="365348" y="250522"/>
                </a:moveTo>
                <a:lnTo>
                  <a:pt x="365348" y="422758"/>
                </a:lnTo>
                <a:lnTo>
                  <a:pt x="553839" y="422758"/>
                </a:lnTo>
                <a:lnTo>
                  <a:pt x="736249" y="250522"/>
                </a:lnTo>
                <a:close/>
                <a:moveTo>
                  <a:pt x="0" y="0"/>
                </a:moveTo>
                <a:lnTo>
                  <a:pt x="4923065" y="0"/>
                </a:lnTo>
                <a:lnTo>
                  <a:pt x="5092917" y="0"/>
                </a:lnTo>
                <a:lnTo>
                  <a:pt x="5271861" y="0"/>
                </a:lnTo>
                <a:lnTo>
                  <a:pt x="5271861" y="6858000"/>
                </a:lnTo>
                <a:lnTo>
                  <a:pt x="5092917" y="6858000"/>
                </a:lnTo>
                <a:lnTo>
                  <a:pt x="4923065" y="6858000"/>
                </a:lnTo>
                <a:lnTo>
                  <a:pt x="0" y="6858000"/>
                </a:lnTo>
                <a:close/>
              </a:path>
            </a:pathLst>
          </a:custGeom>
          <a:solidFill>
            <a:srgbClr val="89D1FF"/>
          </a:solidFill>
          <a:ln w="28575"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3944710680"/>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0" y="505381"/>
            <a:ext cx="11186476" cy="369332"/>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0" y="1548000"/>
            <a:ext cx="11186477" cy="4804619"/>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a:t>Agenda Item/Divider Headline</a:t>
            </a:r>
          </a:p>
        </p:txBody>
      </p:sp>
    </p:spTree>
    <p:extLst>
      <p:ext uri="{BB962C8B-B14F-4D97-AF65-F5344CB8AC3E}">
        <p14:creationId xmlns:p14="http://schemas.microsoft.com/office/powerpoint/2010/main" val="1859360619"/>
      </p:ext>
    </p:extLst>
  </p:cSld>
  <p:clrMapOvr>
    <a:masterClrMapping/>
  </p:clrMapOvr>
  <p:extLst>
    <p:ext uri="{DCECCB84-F9BA-43D5-87BE-67443E8EF086}">
      <p15:sldGuideLst xmlns:p15="http://schemas.microsoft.com/office/powerpoint/2012/main">
        <p15:guide id="2" orient="horz" pos="970" userDrawn="1">
          <p15:clr>
            <a:srgbClr val="FBAE40"/>
          </p15:clr>
        </p15:guide>
        <p15:guide id="4" orient="horz" pos="316" userDrawn="1">
          <p15:clr>
            <a:srgbClr val="FBAE40"/>
          </p15:clr>
        </p15:guide>
        <p15:guide id="5" orient="horz" pos="551" userDrawn="1">
          <p15:clr>
            <a:srgbClr val="FBAE40"/>
          </p15:clr>
        </p15:guide>
        <p15:guide id="6" orient="horz" pos="399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B">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1" y="505381"/>
            <a:ext cx="7373174" cy="369332"/>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1" y="1548000"/>
            <a:ext cx="7373174" cy="4805175"/>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a:t>Agenda Item/Divider Headline</a:t>
            </a:r>
          </a:p>
        </p:txBody>
      </p:sp>
      <p:sp>
        <p:nvSpPr>
          <p:cNvPr id="4" name="Rectangle 3">
            <a:extLst>
              <a:ext uri="{FF2B5EF4-FFF2-40B4-BE49-F238E27FC236}">
                <a16:creationId xmlns:a16="http://schemas.microsoft.com/office/drawing/2014/main" id="{DE0D0982-D686-0C55-3C20-38CF602654D3}"/>
              </a:ext>
            </a:extLst>
          </p:cNvPr>
          <p:cNvSpPr/>
          <p:nvPr/>
        </p:nvSpPr>
        <p:spPr>
          <a:xfrm>
            <a:off x="8128001" y="0"/>
            <a:ext cx="4067174" cy="6858000"/>
          </a:xfrm>
          <a:prstGeom prst="rect">
            <a:avLst/>
          </a:prstGeom>
          <a:solidFill>
            <a:srgbClr val="002A86"/>
          </a:solidFill>
          <a:ln w="12700">
            <a:noFill/>
            <a:headEnd type="none" w="med" len="med"/>
            <a:tailEnd type="none" w="med" len="med"/>
          </a:ln>
          <a:effectLst>
            <a:outerShdw blurRad="508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7" tIns="146190" rIns="182737" bIns="146190" numCol="1" spcCol="0" rtlCol="0" fromWordArt="0" anchor="ctr" anchorCtr="0" forceAA="0" compatLnSpc="1">
            <a:prstTxWarp prst="textNoShape">
              <a:avLst/>
            </a:prstTxWarp>
            <a:noAutofit/>
          </a:bodyPr>
          <a:lstStyle/>
          <a:p>
            <a:pPr algn="ctr" defTabSz="931773" fontAlgn="base">
              <a:spcBef>
                <a:spcPct val="0"/>
              </a:spcBef>
              <a:spcAft>
                <a:spcPct val="0"/>
              </a:spcAft>
            </a:pPr>
            <a:endParaRPr lang="en-US" sz="1400" kern="0">
              <a:gradFill>
                <a:gsLst>
                  <a:gs pos="0">
                    <a:srgbClr val="002A86"/>
                  </a:gs>
                  <a:gs pos="100000">
                    <a:srgbClr val="002A86"/>
                  </a:gs>
                </a:gsLst>
                <a:lin ang="2700000" scaled="1"/>
              </a:gradFill>
              <a:latin typeface="72 Brand Medium" panose="020B0504030603020204" pitchFamily="34" charset="0"/>
            </a:endParaRPr>
          </a:p>
        </p:txBody>
      </p:sp>
      <p:grpSp>
        <p:nvGrpSpPr>
          <p:cNvPr id="36" name="Group 35">
            <a:extLst>
              <a:ext uri="{FF2B5EF4-FFF2-40B4-BE49-F238E27FC236}">
                <a16:creationId xmlns:a16="http://schemas.microsoft.com/office/drawing/2014/main" id="{35AD2A09-250F-1ADC-43C7-571E869ACEFC}"/>
              </a:ext>
            </a:extLst>
          </p:cNvPr>
          <p:cNvGrpSpPr/>
          <p:nvPr userDrawn="1"/>
        </p:nvGrpSpPr>
        <p:grpSpPr>
          <a:xfrm>
            <a:off x="8831263" y="-1"/>
            <a:ext cx="2895816" cy="6858001"/>
            <a:chOff x="8712092" y="-1"/>
            <a:chExt cx="2895816" cy="6858001"/>
          </a:xfrm>
        </p:grpSpPr>
        <p:sp>
          <p:nvSpPr>
            <p:cNvPr id="7" name="Freeform 139">
              <a:extLst>
                <a:ext uri="{FF2B5EF4-FFF2-40B4-BE49-F238E27FC236}">
                  <a16:creationId xmlns:a16="http://schemas.microsoft.com/office/drawing/2014/main" id="{D7B725F3-3056-4C67-EF57-4A180708DEBC}"/>
                </a:ext>
              </a:extLst>
            </p:cNvPr>
            <p:cNvSpPr/>
            <p:nvPr/>
          </p:nvSpPr>
          <p:spPr>
            <a:xfrm>
              <a:off x="8712092" y="1728123"/>
              <a:ext cx="2895816" cy="1447692"/>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sp>
          <p:nvSpPr>
            <p:cNvPr id="8" name="Freeform 139">
              <a:extLst>
                <a:ext uri="{FF2B5EF4-FFF2-40B4-BE49-F238E27FC236}">
                  <a16:creationId xmlns:a16="http://schemas.microsoft.com/office/drawing/2014/main" id="{9D919D45-FC03-6DF6-A534-7F09777CF3DA}"/>
                </a:ext>
              </a:extLst>
            </p:cNvPr>
            <p:cNvSpPr/>
            <p:nvPr/>
          </p:nvSpPr>
          <p:spPr>
            <a:xfrm>
              <a:off x="8712092" y="3682186"/>
              <a:ext cx="2895816" cy="1447692"/>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sp>
          <p:nvSpPr>
            <p:cNvPr id="11" name="Free-form: Shape 10">
              <a:extLst>
                <a:ext uri="{FF2B5EF4-FFF2-40B4-BE49-F238E27FC236}">
                  <a16:creationId xmlns:a16="http://schemas.microsoft.com/office/drawing/2014/main" id="{0A876687-243B-0F88-E4A6-6D6D20F0B90B}"/>
                </a:ext>
              </a:extLst>
            </p:cNvPr>
            <p:cNvSpPr/>
            <p:nvPr userDrawn="1"/>
          </p:nvSpPr>
          <p:spPr bwMode="gray">
            <a:xfrm>
              <a:off x="8712092" y="-1"/>
              <a:ext cx="2669842" cy="1221752"/>
            </a:xfrm>
            <a:custGeom>
              <a:avLst/>
              <a:gdLst>
                <a:gd name="connsiteX0" fmla="*/ 0 w 2669842"/>
                <a:gd name="connsiteY0" fmla="*/ 0 h 1221752"/>
                <a:gd name="connsiteX1" fmla="*/ 108322 w 2669842"/>
                <a:gd name="connsiteY1" fmla="*/ 0 h 1221752"/>
                <a:gd name="connsiteX2" fmla="*/ 108322 w 2669842"/>
                <a:gd name="connsiteY2" fmla="*/ 1113446 h 1221752"/>
                <a:gd name="connsiteX3" fmla="*/ 1403026 w 2669842"/>
                <a:gd name="connsiteY3" fmla="*/ 1113446 h 1221752"/>
                <a:gd name="connsiteX4" fmla="*/ 2516638 w 2669842"/>
                <a:gd name="connsiteY4" fmla="*/ 0 h 1221752"/>
                <a:gd name="connsiteX5" fmla="*/ 2669842 w 2669842"/>
                <a:gd name="connsiteY5" fmla="*/ 0 h 1221752"/>
                <a:gd name="connsiteX6" fmla="*/ 1447908 w 2669842"/>
                <a:gd name="connsiteY6" fmla="*/ 1221752 h 1221752"/>
                <a:gd name="connsiteX7" fmla="*/ 0 w 2669842"/>
                <a:gd name="connsiteY7" fmla="*/ 1221752 h 1221752"/>
                <a:gd name="connsiteX8" fmla="*/ 0 w 2669842"/>
                <a:gd name="connsiteY8" fmla="*/ 0 h 1221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9842" h="1221752">
                  <a:moveTo>
                    <a:pt x="0" y="0"/>
                  </a:moveTo>
                  <a:lnTo>
                    <a:pt x="108322" y="0"/>
                  </a:lnTo>
                  <a:lnTo>
                    <a:pt x="108322" y="1113446"/>
                  </a:lnTo>
                  <a:lnTo>
                    <a:pt x="1403026" y="1113446"/>
                  </a:lnTo>
                  <a:lnTo>
                    <a:pt x="2516638" y="0"/>
                  </a:lnTo>
                  <a:lnTo>
                    <a:pt x="2669842" y="0"/>
                  </a:lnTo>
                  <a:lnTo>
                    <a:pt x="1447908" y="1221752"/>
                  </a:lnTo>
                  <a:lnTo>
                    <a:pt x="0" y="1221752"/>
                  </a:lnTo>
                  <a:lnTo>
                    <a:pt x="0" y="0"/>
                  </a:lnTo>
                  <a:close/>
                </a:path>
              </a:pathLst>
            </a:custGeom>
            <a:solidFill>
              <a:srgbClr val="1B90FF"/>
            </a:solidFill>
            <a:ln w="4467" cap="flat">
              <a:noFill/>
              <a:prstDash val="solid"/>
              <a:miter/>
            </a:ln>
          </p:spPr>
          <p:txBody>
            <a:bodyPr rtlCol="0" anchor="ctr"/>
            <a:lstStyle/>
            <a:p>
              <a:pPr lvl="0" defTabSz="1088654"/>
              <a:endParaRPr lang="en-DE" noProof="0" err="1">
                <a:solidFill>
                  <a:srgbClr val="000000"/>
                </a:solidFill>
                <a:latin typeface="72 Brand" panose="020B0504030603020204" pitchFamily="34" charset="0"/>
              </a:endParaRPr>
            </a:p>
          </p:txBody>
        </p:sp>
        <p:sp>
          <p:nvSpPr>
            <p:cNvPr id="33" name="Free-form: Shape 32">
              <a:extLst>
                <a:ext uri="{FF2B5EF4-FFF2-40B4-BE49-F238E27FC236}">
                  <a16:creationId xmlns:a16="http://schemas.microsoft.com/office/drawing/2014/main" id="{6A6C2A84-BDA9-F161-B462-F84F02753B0F}"/>
                </a:ext>
              </a:extLst>
            </p:cNvPr>
            <p:cNvSpPr/>
            <p:nvPr userDrawn="1"/>
          </p:nvSpPr>
          <p:spPr bwMode="gray">
            <a:xfrm>
              <a:off x="8712092" y="5636249"/>
              <a:ext cx="2895816" cy="1221751"/>
            </a:xfrm>
            <a:custGeom>
              <a:avLst/>
              <a:gdLst>
                <a:gd name="connsiteX0" fmla="*/ 0 w 2895816"/>
                <a:gd name="connsiteY0" fmla="*/ 0 h 1221751"/>
                <a:gd name="connsiteX1" fmla="*/ 2895816 w 2895816"/>
                <a:gd name="connsiteY1" fmla="*/ 0 h 1221751"/>
                <a:gd name="connsiteX2" fmla="*/ 1673884 w 2895816"/>
                <a:gd name="connsiteY2" fmla="*/ 1221751 h 1221751"/>
                <a:gd name="connsiteX3" fmla="*/ 1520680 w 2895816"/>
                <a:gd name="connsiteY3" fmla="*/ 1221751 h 1221751"/>
                <a:gd name="connsiteX4" fmla="*/ 2634290 w 2895816"/>
                <a:gd name="connsiteY4" fmla="*/ 108306 h 1221751"/>
                <a:gd name="connsiteX5" fmla="*/ 108323 w 2895816"/>
                <a:gd name="connsiteY5" fmla="*/ 108306 h 1221751"/>
                <a:gd name="connsiteX6" fmla="*/ 108323 w 2895816"/>
                <a:gd name="connsiteY6" fmla="*/ 1221751 h 1221751"/>
                <a:gd name="connsiteX7" fmla="*/ 0 w 2895816"/>
                <a:gd name="connsiteY7" fmla="*/ 1221751 h 1221751"/>
                <a:gd name="connsiteX8" fmla="*/ 0 w 2895816"/>
                <a:gd name="connsiteY8" fmla="*/ 0 h 1221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5816" h="1221751">
                  <a:moveTo>
                    <a:pt x="0" y="0"/>
                  </a:moveTo>
                  <a:lnTo>
                    <a:pt x="2895816" y="0"/>
                  </a:lnTo>
                  <a:lnTo>
                    <a:pt x="1673884" y="1221751"/>
                  </a:lnTo>
                  <a:lnTo>
                    <a:pt x="1520680" y="1221751"/>
                  </a:lnTo>
                  <a:lnTo>
                    <a:pt x="2634290" y="108306"/>
                  </a:lnTo>
                  <a:lnTo>
                    <a:pt x="108323" y="108306"/>
                  </a:lnTo>
                  <a:lnTo>
                    <a:pt x="108323" y="1221751"/>
                  </a:lnTo>
                  <a:lnTo>
                    <a:pt x="0" y="1221751"/>
                  </a:lnTo>
                  <a:lnTo>
                    <a:pt x="0" y="0"/>
                  </a:lnTo>
                  <a:close/>
                </a:path>
              </a:pathLst>
            </a:custGeom>
            <a:solidFill>
              <a:srgbClr val="1B90FF"/>
            </a:solidFill>
            <a:ln w="4467" cap="flat">
              <a:noFill/>
              <a:prstDash val="solid"/>
              <a:miter/>
            </a:ln>
          </p:spPr>
          <p:txBody>
            <a:bodyPr rtlCol="0" anchor="ctr"/>
            <a:lstStyle/>
            <a:p>
              <a:pPr lvl="0" defTabSz="1088654"/>
              <a:endParaRPr lang="en-DE" noProof="0" err="1">
                <a:solidFill>
                  <a:srgbClr val="000000"/>
                </a:solidFill>
                <a:latin typeface="72 Brand" panose="020B0504030603020204" pitchFamily="34" charset="0"/>
              </a:endParaRPr>
            </a:p>
          </p:txBody>
        </p:sp>
      </p:grpSp>
    </p:spTree>
    <p:extLst>
      <p:ext uri="{BB962C8B-B14F-4D97-AF65-F5344CB8AC3E}">
        <p14:creationId xmlns:p14="http://schemas.microsoft.com/office/powerpoint/2010/main" val="2145801048"/>
      </p:ext>
    </p:extLst>
  </p:cSld>
  <p:clrMapOvr>
    <a:masterClrMapping/>
  </p:clrMapOvr>
  <p:extLst>
    <p:ext uri="{DCECCB84-F9BA-43D5-87BE-67443E8EF086}">
      <p15:sldGuideLst xmlns:p15="http://schemas.microsoft.com/office/powerpoint/2012/main">
        <p15:guide id="2" orient="horz" pos="970">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age A">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6"/>
            <a:ext cx="11185200" cy="677108"/>
          </a:xfrm>
        </p:spPr>
        <p:txBody>
          <a:bodyPr anchor="ctr"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4109527874"/>
      </p:ext>
    </p:extLst>
  </p:cSld>
  <p:clrMapOvr>
    <a:masterClrMapping/>
  </p:clrMapOvr>
  <p:hf sldNum="0" hdr="0" ftr="0" dt="0"/>
  <p:extLst>
    <p:ext uri="{DCECCB84-F9BA-43D5-87BE-67443E8EF086}">
      <p15:sldGuideLst xmlns:p15="http://schemas.microsoft.com/office/powerpoint/2012/main">
        <p15:guide id="2"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Page B">
    <p:bg>
      <p:bgPr>
        <a:solidFill>
          <a:srgbClr val="1B90FF"/>
        </a:solidFill>
        <a:effectLst/>
      </p:bgPr>
    </p:bg>
    <p:spTree>
      <p:nvGrpSpPr>
        <p:cNvPr id="1" name=""/>
        <p:cNvGrpSpPr/>
        <p:nvPr/>
      </p:nvGrpSpPr>
      <p:grpSpPr>
        <a:xfrm>
          <a:off x="0" y="0"/>
          <a:ext cx="0" cy="0"/>
          <a:chOff x="0" y="0"/>
          <a:chExt cx="0" cy="0"/>
        </a:xfrm>
      </p:grpSpPr>
      <p:sp>
        <p:nvSpPr>
          <p:cNvPr id="3" name="Text Placeholder 8">
            <a:extLst>
              <a:ext uri="{FF2B5EF4-FFF2-40B4-BE49-F238E27FC236}">
                <a16:creationId xmlns:a16="http://schemas.microsoft.com/office/drawing/2014/main" id="{FF6F4229-C80F-03D8-379E-5395A9D91051}"/>
              </a:ext>
            </a:extLst>
          </p:cNvPr>
          <p:cNvSpPr>
            <a:spLocks noGrp="1"/>
          </p:cNvSpPr>
          <p:nvPr>
            <p:ph type="body" sz="quarter" idx="10" hasCustomPrompt="1"/>
          </p:nvPr>
        </p:nvSpPr>
        <p:spPr>
          <a:xfrm>
            <a:off x="503239" y="2305050"/>
            <a:ext cx="4745037" cy="685800"/>
          </a:xfrm>
        </p:spPr>
        <p:txBody>
          <a:bodyPr>
            <a:noAutofit/>
          </a:bodyPr>
          <a:lstStyle>
            <a:lvl1pPr marL="0" indent="0">
              <a:buNone/>
              <a:defRPr sz="3200">
                <a:solidFill>
                  <a:schemeClr val="bg1"/>
                </a:solidFill>
              </a:defRPr>
            </a:lvl1pPr>
          </a:lstStyle>
          <a:p>
            <a:pPr lvl="0"/>
            <a:r>
              <a:rPr lang="en-US"/>
              <a:t>Insert subtitle</a:t>
            </a:r>
          </a:p>
        </p:txBody>
      </p:sp>
      <p:sp>
        <p:nvSpPr>
          <p:cNvPr id="4" name="Divider text">
            <a:extLst>
              <a:ext uri="{FF2B5EF4-FFF2-40B4-BE49-F238E27FC236}">
                <a16:creationId xmlns:a16="http://schemas.microsoft.com/office/drawing/2014/main" id="{6F90880B-34A2-54BD-E54C-D9BEA8FA6891}"/>
              </a:ext>
            </a:extLst>
          </p:cNvPr>
          <p:cNvSpPr>
            <a:spLocks noGrp="1"/>
          </p:cNvSpPr>
          <p:nvPr>
            <p:ph type="ctrTitle" hasCustomPrompt="1"/>
          </p:nvPr>
        </p:nvSpPr>
        <p:spPr bwMode="black">
          <a:xfrm>
            <a:off x="504000" y="1375046"/>
            <a:ext cx="11185200" cy="677108"/>
          </a:xfrm>
        </p:spPr>
        <p:txBody>
          <a:bodyPr wrap="square" anchor="t" anchorCtr="0">
            <a:noAutofit/>
          </a:bodyPr>
          <a:lstStyle>
            <a:lvl1pPr marL="0" algn="l" defTabSz="1088558" rtl="0" eaLnBrk="1" latinLnBrk="0" hangingPunct="1">
              <a:spcBef>
                <a:spcPct val="0"/>
              </a:spcBef>
              <a:buNone/>
              <a:defRPr lang="de-DE" sz="4400" b="0" i="0" kern="1200" baseline="0" dirty="0">
                <a:solidFill>
                  <a:schemeClr val="bg1"/>
                </a:solidFill>
                <a:latin typeface="+mj-lt"/>
                <a:ea typeface="+mj-ea"/>
                <a:cs typeface="72" panose="020B0503030000000003" pitchFamily="34" charset="0"/>
              </a:defRPr>
            </a:lvl1pPr>
          </a:lstStyle>
          <a:p>
            <a:r>
              <a:rPr lang="en-US"/>
              <a:t>Divider page</a:t>
            </a:r>
            <a:endParaRPr lang="de-DE"/>
          </a:p>
        </p:txBody>
      </p:sp>
      <p:pic>
        <p:nvPicPr>
          <p:cNvPr id="5" name="Picture 4">
            <a:extLst>
              <a:ext uri="{FF2B5EF4-FFF2-40B4-BE49-F238E27FC236}">
                <a16:creationId xmlns:a16="http://schemas.microsoft.com/office/drawing/2014/main" id="{C2976558-3EEE-080B-A240-E7C3F5ABB868}"/>
              </a:ext>
            </a:extLst>
          </p:cNvPr>
          <p:cNvPicPr>
            <a:picLocks noChangeAspect="1"/>
          </p:cNvPicPr>
          <p:nvPr userDrawn="1"/>
        </p:nvPicPr>
        <p:blipFill>
          <a:blip r:embed="rId2"/>
          <a:stretch>
            <a:fillRect/>
          </a:stretch>
        </p:blipFill>
        <p:spPr>
          <a:xfrm>
            <a:off x="5600141" y="2409572"/>
            <a:ext cx="6090209" cy="3031200"/>
          </a:xfrm>
          <a:prstGeom prst="rect">
            <a:avLst/>
          </a:prstGeom>
        </p:spPr>
      </p:pic>
    </p:spTree>
    <p:extLst>
      <p:ext uri="{BB962C8B-B14F-4D97-AF65-F5344CB8AC3E}">
        <p14:creationId xmlns:p14="http://schemas.microsoft.com/office/powerpoint/2010/main" val="4162748088"/>
      </p:ext>
    </p:extLst>
  </p:cSld>
  <p:clrMapOvr>
    <a:masterClrMapping/>
  </p:clrMapOvr>
  <p:hf sldNum="0" hdr="0" ftr="0" dt="0"/>
  <p:extLst>
    <p:ext uri="{DCECCB84-F9BA-43D5-87BE-67443E8EF086}">
      <p15:sldGuideLst xmlns:p15="http://schemas.microsoft.com/office/powerpoint/2012/main">
        <p15:guide id="2" orient="horz" pos="84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age C">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1008985274"/>
      </p:ext>
    </p:extLst>
  </p:cSld>
  <p:clrMapOvr>
    <a:masterClrMapping/>
  </p:clrMapOvr>
  <p:hf sldNum="0" hdr="0" ftr="0" dt="0"/>
  <p:extLst>
    <p:ext uri="{DCECCB84-F9BA-43D5-87BE-67443E8EF086}">
      <p15:sldGuideLst xmlns:p15="http://schemas.microsoft.com/office/powerpoint/2012/main">
        <p15:guide id="1" orient="horz" pos="2160" userDrawn="1">
          <p15:clr>
            <a:srgbClr val="FBAE40"/>
          </p15:clr>
        </p15:guide>
        <p15:guide id="4" orient="horz" pos="865" userDrawn="1">
          <p15:clr>
            <a:srgbClr val="FBAE40"/>
          </p15:clr>
        </p15:guide>
        <p15:guide id="5" orient="horz" pos="129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age D">
    <p:spTree>
      <p:nvGrpSpPr>
        <p:cNvPr id="1" name=""/>
        <p:cNvGrpSpPr/>
        <p:nvPr/>
      </p:nvGrpSpPr>
      <p:grpSpPr>
        <a:xfrm>
          <a:off x="0" y="0"/>
          <a:ext cx="0" cy="0"/>
          <a:chOff x="0" y="0"/>
          <a:chExt cx="0" cy="0"/>
        </a:xfrm>
      </p:grpSpPr>
      <p:sp>
        <p:nvSpPr>
          <p:cNvPr id="3" name="Anvil" descr="preencoded.png">
            <a:extLst>
              <a:ext uri="{FF2B5EF4-FFF2-40B4-BE49-F238E27FC236}">
                <a16:creationId xmlns:a16="http://schemas.microsoft.com/office/drawing/2014/main" id="{3DD38521-14BF-F5D9-2930-AE3A04ABFA30}"/>
              </a:ext>
            </a:extLst>
          </p:cNvPr>
          <p:cNvSpPr>
            <a:spLocks noChangeAspect="1"/>
          </p:cNvSpPr>
          <p:nvPr userDrawn="1"/>
        </p:nvSpPr>
        <p:spPr>
          <a:xfrm>
            <a:off x="2726189" y="1767938"/>
            <a:ext cx="6739622" cy="3322123"/>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D1EFFF"/>
          </a:solidFill>
          <a:ln w="25400" algn="ctr">
            <a:noFill/>
            <a:miter lim="800000"/>
            <a:headEnd/>
            <a:tailEnd/>
          </a:ln>
          <a:effectLst/>
        </p:spPr>
        <p:txBody>
          <a:bodyPr wrap="none" rtlCol="0" anchor="ctr"/>
          <a:lstStyle/>
          <a:p>
            <a:pPr algn="ctr" defTabSz="1088875">
              <a:defRPr/>
            </a:pPr>
            <a:r>
              <a:rPr lang="en-US">
                <a:noFill/>
                <a:latin typeface="72 Brand" panose="020B0504030603020204" pitchFamily="34" charset="0"/>
              </a:rPr>
              <a:t>1</a:t>
            </a:r>
          </a:p>
        </p:txBody>
      </p:sp>
      <p:sp>
        <p:nvSpPr>
          <p:cNvPr id="2" name="Divider text"/>
          <p:cNvSpPr>
            <a:spLocks noGrp="1"/>
          </p:cNvSpPr>
          <p:nvPr>
            <p:ph type="ctrTitle" hasCustomPrompt="1"/>
          </p:nvPr>
        </p:nvSpPr>
        <p:spPr bwMode="black">
          <a:xfrm>
            <a:off x="503238" y="3090446"/>
            <a:ext cx="11187112" cy="677108"/>
          </a:xfrm>
        </p:spPr>
        <p:txBody>
          <a:bodyPr anchor="ctr"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3221216048"/>
      </p:ext>
    </p:extLst>
  </p:cSld>
  <p:clrMapOvr>
    <a:masterClrMapping/>
  </p:clrMapOvr>
  <p:hf sldNum="0" hdr="0" ftr="0" dt="0"/>
  <p:extLst>
    <p:ext uri="{DCECCB84-F9BA-43D5-87BE-67443E8EF086}">
      <p15:sldGuideLst xmlns:p15="http://schemas.microsoft.com/office/powerpoint/2012/main">
        <p15:guide id="2"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3158288816"/>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805175"/>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2129332223"/>
      </p:ext>
    </p:extLst>
  </p:cSld>
  <p:clrMapOvr>
    <a:masterClrMapping/>
  </p:clrMapOvr>
  <p:extLst>
    <p:ext uri="{DCECCB84-F9BA-43D5-87BE-67443E8EF086}">
      <p15:sldGuideLst xmlns:p15="http://schemas.microsoft.com/office/powerpoint/2012/main">
        <p15:guide id="4" orient="horz" pos="318" userDrawn="1">
          <p15:clr>
            <a:srgbClr val="FBAE40"/>
          </p15:clr>
        </p15:guide>
        <p15:guide id="5" orient="horz" pos="552" userDrawn="1">
          <p15:clr>
            <a:srgbClr val="FBAE40"/>
          </p15:clr>
        </p15:guide>
        <p15:guide id="6" orient="horz" pos="95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225477" y="1548000"/>
            <a:ext cx="5465000" cy="4805175"/>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5465000" cy="4805175"/>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30481451"/>
      </p:ext>
    </p:extLst>
  </p:cSld>
  <p:clrMapOvr>
    <a:masterClrMapping/>
  </p:clrMapOvr>
  <p:extLst>
    <p:ext uri="{DCECCB84-F9BA-43D5-87BE-67443E8EF086}">
      <p15:sldGuideLst xmlns:p15="http://schemas.microsoft.com/office/powerpoint/2012/main">
        <p15:guide id="6" orient="horz" pos="317" userDrawn="1">
          <p15:clr>
            <a:srgbClr val="FBAE40"/>
          </p15:clr>
        </p15:guide>
        <p15:guide id="7" orient="horz" pos="551" userDrawn="1">
          <p15:clr>
            <a:srgbClr val="FBAE40"/>
          </p15:clr>
        </p15:guide>
        <p15:guide id="8" orient="horz" pos="97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48000"/>
            <a:ext cx="3564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548000"/>
            <a:ext cx="3564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3564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866416376"/>
      </p:ext>
    </p:extLst>
  </p:cSld>
  <p:clrMapOvr>
    <a:masterClrMapping/>
  </p:clrMapOvr>
  <p:extLst>
    <p:ext uri="{DCECCB84-F9BA-43D5-87BE-67443E8EF086}">
      <p15:sldGuideLst xmlns:p15="http://schemas.microsoft.com/office/powerpoint/2012/main">
        <p15:guide id="2" orient="horz" pos="317" userDrawn="1">
          <p15:clr>
            <a:srgbClr val="FBAE40"/>
          </p15:clr>
        </p15:guide>
        <p15:guide id="8" orient="horz" pos="551" userDrawn="1">
          <p15:clr>
            <a:srgbClr val="FBAE40"/>
          </p15:clr>
        </p15:guide>
        <p15:guide id="9" orient="horz" pos="97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221413" y="4770000"/>
            <a:ext cx="5469064" cy="15831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225477"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770000"/>
            <a:ext cx="5465000" cy="15831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504941297"/>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guide id="4" orient="horz" pos="974" userDrawn="1">
          <p15:clr>
            <a:srgbClr val="FBAE40"/>
          </p15:clr>
        </p15:guide>
        <p15:guide id="5" orient="horz" pos="2750" userDrawn="1">
          <p15:clr>
            <a:srgbClr val="FBAE40"/>
          </p15:clr>
        </p15:guide>
        <p15:guide id="6" orient="horz" pos="300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128000" y="4354921"/>
            <a:ext cx="3562477" cy="1998253"/>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128000" y="1548000"/>
            <a:ext cx="3562477"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314824" y="4354921"/>
            <a:ext cx="3560763" cy="1998253"/>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314826" y="1548000"/>
            <a:ext cx="3560762"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354921"/>
            <a:ext cx="3560000" cy="1998253"/>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35600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727667599"/>
      </p:ext>
    </p:extLst>
  </p:cSld>
  <p:clrMapOvr>
    <a:masterClrMapping/>
  </p:clrMapOvr>
  <p:extLst>
    <p:ext uri="{DCECCB84-F9BA-43D5-87BE-67443E8EF086}">
      <p15:sldGuideLst xmlns:p15="http://schemas.microsoft.com/office/powerpoint/2012/main">
        <p15:guide id="2" orient="horz" pos="317" userDrawn="1">
          <p15:clr>
            <a:srgbClr val="FBAE40"/>
          </p15:clr>
        </p15:guide>
        <p15:guide id="8" orient="horz" pos="551" userDrawn="1">
          <p15:clr>
            <a:srgbClr val="FBAE40"/>
          </p15:clr>
        </p15:guide>
        <p15:guide id="9" orient="horz" pos="970" userDrawn="1">
          <p15:clr>
            <a:srgbClr val="FBAE40"/>
          </p15:clr>
        </p15:guide>
        <p15:guide id="10" orient="horz" pos="2428" userDrawn="1">
          <p15:clr>
            <a:srgbClr val="FBAE40"/>
          </p15:clr>
        </p15:guide>
        <p15:guide id="11" orient="horz" pos="2743"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099598"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080501" y="1548000"/>
            <a:ext cx="2609976"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234398"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221413"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369199"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362325"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3999"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3999" y="1548000"/>
            <a:ext cx="2605913"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80594478"/>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guide id="4" orient="horz" pos="974" userDrawn="1">
          <p15:clr>
            <a:srgbClr val="FBAE40"/>
          </p15:clr>
        </p15:guide>
        <p15:guide id="5" orient="horz" pos="2160" userDrawn="1">
          <p15:clr>
            <a:srgbClr val="FBAE40"/>
          </p15:clr>
        </p15:guide>
        <p15:guide id="6" orient="horz" pos="2442"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998" y="1548000"/>
            <a:ext cx="7371589" cy="4805175"/>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4000" y="504000"/>
            <a:ext cx="7371589"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425020262"/>
      </p:ext>
    </p:extLst>
  </p:cSld>
  <p:clrMapOvr>
    <a:masterClrMapping/>
  </p:clrMapOvr>
  <p:extLst>
    <p:ext uri="{DCECCB84-F9BA-43D5-87BE-67443E8EF086}">
      <p15:sldGuideLst xmlns:p15="http://schemas.microsoft.com/office/powerpoint/2012/main">
        <p15:guide id="4" pos="5111" userDrawn="1">
          <p15:clr>
            <a:srgbClr val="FBAE40"/>
          </p15:clr>
        </p15:guide>
        <p15:guide id="5" orient="horz" pos="317" userDrawn="1">
          <p15:clr>
            <a:srgbClr val="FBAE40"/>
          </p15:clr>
        </p15:guide>
        <p15:guide id="6" orient="horz" pos="551" userDrawn="1">
          <p15:clr>
            <a:srgbClr val="FBAE40"/>
          </p15:clr>
        </p15:guide>
        <p15:guide id="7" orient="horz" pos="972"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41397911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221413" y="1557338"/>
            <a:ext cx="5469064" cy="4795837"/>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4000" y="1548000"/>
            <a:ext cx="5465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15:guide id="2" orient="horz" pos="972" userDrawn="1">
          <p15:clr>
            <a:srgbClr val="FBAE40"/>
          </p15:clr>
        </p15:guide>
        <p15:guide id="6" orient="horz" pos="317" userDrawn="1">
          <p15:clr>
            <a:srgbClr val="FBAE40"/>
          </p15:clr>
        </p15:guide>
        <p15:guide id="7" orient="horz" pos="551"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548000"/>
            <a:ext cx="11185200" cy="4805175"/>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4186098743"/>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guide id="4" orient="horz" pos="972"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p:bg>
      <p:bgPr>
        <a:solidFill>
          <a:srgbClr val="D1EFFF"/>
        </a:solidFill>
        <a:effectLst/>
      </p:bgPr>
    </p:bg>
    <p:spTree>
      <p:nvGrpSpPr>
        <p:cNvPr id="1" name=""/>
        <p:cNvGrpSpPr/>
        <p:nvPr/>
      </p:nvGrpSpPr>
      <p:grpSpPr>
        <a:xfrm>
          <a:off x="0" y="0"/>
          <a:ext cx="0" cy="0"/>
          <a:chOff x="0" y="0"/>
          <a:chExt cx="0" cy="0"/>
        </a:xfrm>
      </p:grpSpPr>
      <p:sp>
        <p:nvSpPr>
          <p:cNvPr id="10" name="Anvil" descr="preencoded.png">
            <a:extLst>
              <a:ext uri="{FF2B5EF4-FFF2-40B4-BE49-F238E27FC236}">
                <a16:creationId xmlns:a16="http://schemas.microsoft.com/office/drawing/2014/main" id="{C4FED2BE-6259-64CE-562B-46975C5747E1}"/>
              </a:ext>
            </a:extLst>
          </p:cNvPr>
          <p:cNvSpPr/>
          <p:nvPr userDrawn="1"/>
        </p:nvSpPr>
        <p:spPr>
          <a:xfrm>
            <a:off x="2409825" y="1543050"/>
            <a:ext cx="8061100" cy="3973513"/>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89D1FF"/>
          </a:solidFill>
          <a:ln w="15238" cap="flat">
            <a:noFill/>
            <a:prstDash val="solid"/>
            <a:miter/>
          </a:ln>
        </p:spPr>
        <p:txBody>
          <a:bodyPr rtlCol="0" anchor="ctr"/>
          <a:lstStyle/>
          <a:p>
            <a:endParaRPr lang="en-US" b="0" i="0">
              <a:latin typeface="72 Brand" panose="020B0504030603020204" pitchFamily="34" charset="0"/>
            </a:endParaRPr>
          </a:p>
        </p:txBody>
      </p:sp>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1455738" y="3256398"/>
            <a:ext cx="9282112" cy="646112"/>
          </a:xfrm>
        </p:spPr>
        <p:txBody>
          <a:bodyPr anchor="ctr" anchorCtr="0">
            <a:noAutofit/>
          </a:bodyPr>
          <a:lstStyle>
            <a:lvl1pPr>
              <a:lnSpc>
                <a:spcPct val="10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“Add Quote”</a:t>
            </a:r>
            <a:endParaRPr lang="de-DE" sz="3600" kern="0" err="1">
              <a:ea typeface="72 Brand" pitchFamily="34" charset="-128"/>
              <a:cs typeface="72 Brand" pitchFamily="34" charset="-128"/>
            </a:endParaRPr>
          </a:p>
        </p:txBody>
      </p:sp>
      <p:sp>
        <p:nvSpPr>
          <p:cNvPr id="9" name="Text Placeholder 8">
            <a:extLst>
              <a:ext uri="{FF2B5EF4-FFF2-40B4-BE49-F238E27FC236}">
                <a16:creationId xmlns:a16="http://schemas.microsoft.com/office/drawing/2014/main" id="{6F45BB20-CC77-71AE-A785-DCD42C2AECFC}"/>
              </a:ext>
            </a:extLst>
          </p:cNvPr>
          <p:cNvSpPr>
            <a:spLocks noGrp="1"/>
          </p:cNvSpPr>
          <p:nvPr>
            <p:ph type="body" sz="quarter" idx="12" hasCustomPrompt="1"/>
          </p:nvPr>
        </p:nvSpPr>
        <p:spPr>
          <a:xfrm>
            <a:off x="2409825" y="5832475"/>
            <a:ext cx="8328025" cy="520700"/>
          </a:xfrm>
        </p:spPr>
        <p:txBody>
          <a:bodyPr/>
          <a:lstStyle>
            <a:lvl1pPr>
              <a:defRPr sz="1400"/>
            </a:lvl1pPr>
          </a:lstStyle>
          <a:p>
            <a:pPr lvl="0"/>
            <a:r>
              <a:rPr lang="en-GB"/>
              <a:t>Speaker,</a:t>
            </a:r>
          </a:p>
          <a:p>
            <a:pPr lvl="0"/>
            <a:r>
              <a:rPr lang="en-GB"/>
              <a:t>Company, Role</a:t>
            </a:r>
            <a:endParaRPr lang="en-DE"/>
          </a:p>
        </p:txBody>
      </p:sp>
      <p:sp>
        <p:nvSpPr>
          <p:cNvPr id="13" name="Text Placeholder 12">
            <a:extLst>
              <a:ext uri="{FF2B5EF4-FFF2-40B4-BE49-F238E27FC236}">
                <a16:creationId xmlns:a16="http://schemas.microsoft.com/office/drawing/2014/main" id="{E96E6B39-45BC-B141-4D4B-63CD006D461E}"/>
              </a:ext>
            </a:extLst>
          </p:cNvPr>
          <p:cNvSpPr>
            <a:spLocks noGrp="1"/>
          </p:cNvSpPr>
          <p:nvPr>
            <p:ph type="body" sz="quarter" idx="13" hasCustomPrompt="1"/>
          </p:nvPr>
        </p:nvSpPr>
        <p:spPr>
          <a:xfrm>
            <a:off x="503238" y="503238"/>
            <a:ext cx="11183937" cy="370800"/>
          </a:xfrm>
        </p:spPr>
        <p:txBody>
          <a:bodyPr/>
          <a:lstStyle>
            <a:lvl1pPr>
              <a:defRPr sz="2400">
                <a:latin typeface="72 Brand Medium" panose="020B0604030603020204" pitchFamily="34" charset="0"/>
              </a:defRPr>
            </a:lvl1pPr>
          </a:lstStyle>
          <a:p>
            <a:pPr lvl="0"/>
            <a:r>
              <a:rPr lang="en-GB"/>
              <a:t>Insert page title (sentence case)</a:t>
            </a:r>
          </a:p>
        </p:txBody>
      </p:sp>
      <p:sp>
        <p:nvSpPr>
          <p:cNvPr id="14" name="Slide number">
            <a:extLst>
              <a:ext uri="{FF2B5EF4-FFF2-40B4-BE49-F238E27FC236}">
                <a16:creationId xmlns:a16="http://schemas.microsoft.com/office/drawing/2014/main" id="{5F0AAD8A-B1FC-600E-7D99-98736F5CDDB9}"/>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2768701216"/>
      </p:ext>
    </p:extLst>
  </p:cSld>
  <p:clrMapOvr>
    <a:masterClrMapping/>
  </p:clrMapOvr>
  <p:extLst>
    <p:ext uri="{DCECCB84-F9BA-43D5-87BE-67443E8EF086}">
      <p15:sldGuideLst xmlns:p15="http://schemas.microsoft.com/office/powerpoint/2012/main">
        <p15:guide id="4" orient="horz" pos="2341">
          <p15:clr>
            <a:srgbClr val="FBAE40"/>
          </p15:clr>
        </p15:guide>
        <p15:guide id="7" orient="horz" pos="3475" userDrawn="1">
          <p15:clr>
            <a:srgbClr val="FBAE40"/>
          </p15:clr>
        </p15:guide>
        <p15:guide id="8" orient="horz" pos="323" userDrawn="1">
          <p15:clr>
            <a:srgbClr val="FBAE40"/>
          </p15:clr>
        </p15:guide>
        <p15:guide id="9" orient="horz" pos="55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 &amp; A">
    <p:bg>
      <p:bgPr>
        <a:solidFill>
          <a:srgbClr val="D1E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8" y="2781300"/>
            <a:ext cx="4765675" cy="646112"/>
          </a:xfrm>
        </p:spPr>
        <p:txBody>
          <a:bodyPr anchor="ctr" anchorCtr="0">
            <a:noAutofit/>
          </a:bodyPr>
          <a:lstStyle>
            <a:lvl1pPr>
              <a:lnSpc>
                <a:spcPct val="10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What's On Your Mind?</a:t>
            </a:r>
          </a:p>
        </p:txBody>
      </p:sp>
      <p:sp>
        <p:nvSpPr>
          <p:cNvPr id="13" name="Text Placeholder 12">
            <a:extLst>
              <a:ext uri="{FF2B5EF4-FFF2-40B4-BE49-F238E27FC236}">
                <a16:creationId xmlns:a16="http://schemas.microsoft.com/office/drawing/2014/main" id="{E96E6B39-45BC-B141-4D4B-63CD006D461E}"/>
              </a:ext>
            </a:extLst>
          </p:cNvPr>
          <p:cNvSpPr>
            <a:spLocks noGrp="1"/>
          </p:cNvSpPr>
          <p:nvPr>
            <p:ph type="body" sz="quarter" idx="13" hasCustomPrompt="1"/>
          </p:nvPr>
        </p:nvSpPr>
        <p:spPr>
          <a:xfrm>
            <a:off x="503238" y="503238"/>
            <a:ext cx="11183937" cy="370800"/>
          </a:xfrm>
        </p:spPr>
        <p:txBody>
          <a:bodyPr/>
          <a:lstStyle>
            <a:lvl1pPr>
              <a:defRPr sz="2400">
                <a:solidFill>
                  <a:schemeClr val="tx1"/>
                </a:solidFill>
                <a:latin typeface="72 Brand Medium" panose="020B0604030603020204" pitchFamily="34" charset="0"/>
              </a:defRPr>
            </a:lvl1pPr>
          </a:lstStyle>
          <a:p>
            <a:pPr lvl="0"/>
            <a:r>
              <a:rPr lang="en-GB"/>
              <a:t>Insert page title (sentence case)</a:t>
            </a:r>
          </a:p>
        </p:txBody>
      </p:sp>
      <p:sp>
        <p:nvSpPr>
          <p:cNvPr id="14" name="Slide number">
            <a:extLst>
              <a:ext uri="{FF2B5EF4-FFF2-40B4-BE49-F238E27FC236}">
                <a16:creationId xmlns:a16="http://schemas.microsoft.com/office/drawing/2014/main" id="{5F0AAD8A-B1FC-600E-7D99-98736F5CDDB9}"/>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Text Placeholder 11">
            <a:extLst>
              <a:ext uri="{FF2B5EF4-FFF2-40B4-BE49-F238E27FC236}">
                <a16:creationId xmlns:a16="http://schemas.microsoft.com/office/drawing/2014/main" id="{15DED969-77E2-26AA-CB6C-CBBE1D08826B}"/>
              </a:ext>
            </a:extLst>
          </p:cNvPr>
          <p:cNvSpPr>
            <a:spLocks noGrp="1"/>
          </p:cNvSpPr>
          <p:nvPr>
            <p:ph type="body" sz="quarter" idx="14" hasCustomPrompt="1"/>
          </p:nvPr>
        </p:nvSpPr>
        <p:spPr>
          <a:xfrm>
            <a:off x="503238" y="3725638"/>
            <a:ext cx="4765675" cy="393925"/>
          </a:xfrm>
        </p:spPr>
        <p:txBody>
          <a:bodyPr/>
          <a:lstStyle>
            <a:lvl1pPr>
              <a:defRPr sz="2000">
                <a:solidFill>
                  <a:schemeClr val="tx1"/>
                </a:solidFill>
              </a:defRPr>
            </a:lvl1pPr>
            <a:lvl5pPr>
              <a:defRPr/>
            </a:lvl5pPr>
          </a:lstStyle>
          <a:p>
            <a:pPr lvl="0"/>
            <a:r>
              <a:rPr lang="en-GB"/>
              <a:t>You Ask, We Answer.</a:t>
            </a:r>
          </a:p>
        </p:txBody>
      </p:sp>
      <p:sp>
        <p:nvSpPr>
          <p:cNvPr id="15" name="Freeform 139">
            <a:extLst>
              <a:ext uri="{FF2B5EF4-FFF2-40B4-BE49-F238E27FC236}">
                <a16:creationId xmlns:a16="http://schemas.microsoft.com/office/drawing/2014/main" id="{56FC0E0D-AC3F-5FC3-96B0-FC51FA509DAC}"/>
              </a:ext>
            </a:extLst>
          </p:cNvPr>
          <p:cNvSpPr>
            <a:spLocks noChangeAspect="1"/>
          </p:cNvSpPr>
          <p:nvPr userDrawn="1"/>
        </p:nvSpPr>
        <p:spPr>
          <a:xfrm>
            <a:off x="5970588" y="1931313"/>
            <a:ext cx="5660044" cy="2829600"/>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spTree>
    <p:extLst>
      <p:ext uri="{BB962C8B-B14F-4D97-AF65-F5344CB8AC3E}">
        <p14:creationId xmlns:p14="http://schemas.microsoft.com/office/powerpoint/2010/main" val="1108744589"/>
      </p:ext>
    </p:extLst>
  </p:cSld>
  <p:clrMapOvr>
    <a:masterClrMapping/>
  </p:clrMapOvr>
  <p:extLst>
    <p:ext uri="{DCECCB84-F9BA-43D5-87BE-67443E8EF086}">
      <p15:sldGuideLst xmlns:p15="http://schemas.microsoft.com/office/powerpoint/2012/main">
        <p15:guide id="4" orient="horz" pos="2341">
          <p15:clr>
            <a:srgbClr val="FBAE40"/>
          </p15:clr>
        </p15:guide>
        <p15:guide id="7" orient="horz" pos="1752" userDrawn="1">
          <p15:clr>
            <a:srgbClr val="FBAE40"/>
          </p15:clr>
        </p15:guide>
        <p15:guide id="8" orient="horz" pos="323">
          <p15:clr>
            <a:srgbClr val="FBAE40"/>
          </p15:clr>
        </p15:guide>
        <p15:guide id="9" orient="horz" pos="55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A">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33C5639-DDA2-864A-9DC3-7FC80AC852D5}"/>
              </a:ext>
            </a:extLst>
          </p:cNvPr>
          <p:cNvSpPr txBox="1"/>
          <p:nvPr userDrawn="1"/>
        </p:nvSpPr>
        <p:spPr>
          <a:xfrm>
            <a:off x="503238" y="2905125"/>
            <a:ext cx="1837041" cy="246221"/>
          </a:xfrm>
          <a:prstGeom prst="rect">
            <a:avLst/>
          </a:prstGeom>
          <a:noFill/>
        </p:spPr>
        <p:txBody>
          <a:bodyPr wrap="non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lang="en-US" sz="1600" b="0" i="0">
                <a:latin typeface="+mn-lt"/>
              </a:rPr>
              <a:t>Contact information:</a:t>
            </a:r>
          </a:p>
        </p:txBody>
      </p:sp>
      <p:sp>
        <p:nvSpPr>
          <p:cNvPr id="3" name="Title 2">
            <a:extLst>
              <a:ext uri="{FF2B5EF4-FFF2-40B4-BE49-F238E27FC236}">
                <a16:creationId xmlns:a16="http://schemas.microsoft.com/office/drawing/2014/main" id="{5692DE12-4084-77D2-FD2A-8E63F6FBE7C5}"/>
              </a:ext>
            </a:extLst>
          </p:cNvPr>
          <p:cNvSpPr>
            <a:spLocks noGrp="1"/>
          </p:cNvSpPr>
          <p:nvPr>
            <p:ph type="title" hasCustomPrompt="1"/>
          </p:nvPr>
        </p:nvSpPr>
        <p:spPr>
          <a:xfrm>
            <a:off x="503238" y="1543050"/>
            <a:ext cx="5465762" cy="846386"/>
          </a:xfrm>
        </p:spPr>
        <p:txBody>
          <a:bodyPr/>
          <a:lstStyle>
            <a:lvl1pPr>
              <a:defRPr sz="5500" b="0" i="0">
                <a:latin typeface="72 Brand Medium" panose="020B0504030603020204" pitchFamily="34" charset="0"/>
              </a:defRPr>
            </a:lvl1pPr>
          </a:lstStyle>
          <a:p>
            <a:r>
              <a:rPr lang="en-GB"/>
              <a:t>Thank you.</a:t>
            </a:r>
            <a:endParaRPr lang="en-US"/>
          </a:p>
        </p:txBody>
      </p:sp>
      <p:pic>
        <p:nvPicPr>
          <p:cNvPr id="5" name="Picture 4">
            <a:extLst>
              <a:ext uri="{FF2B5EF4-FFF2-40B4-BE49-F238E27FC236}">
                <a16:creationId xmlns:a16="http://schemas.microsoft.com/office/drawing/2014/main" id="{9B2C865E-BEC1-EE4C-E61C-369AEE2DFC76}"/>
              </a:ext>
            </a:extLst>
          </p:cNvPr>
          <p:cNvPicPr>
            <a:picLocks noChangeAspect="1"/>
          </p:cNvPicPr>
          <p:nvPr userDrawn="1"/>
        </p:nvPicPr>
        <p:blipFill>
          <a:blip r:embed="rId2"/>
          <a:stretch>
            <a:fillRect/>
          </a:stretch>
        </p:blipFill>
        <p:spPr>
          <a:xfrm>
            <a:off x="8183947" y="5990000"/>
            <a:ext cx="3506403" cy="360000"/>
          </a:xfrm>
          <a:prstGeom prst="rect">
            <a:avLst/>
          </a:prstGeom>
        </p:spPr>
      </p:pic>
      <p:sp>
        <p:nvSpPr>
          <p:cNvPr id="2" name="Copyright Placeholder" descr="{&quot;templafy&quot;:{&quot;id&quot;:&quot;ba9fff8e-a26f-4604-9418-39eec7243848&quot;}}">
            <a:extLst>
              <a:ext uri="{FF2B5EF4-FFF2-40B4-BE49-F238E27FC236}">
                <a16:creationId xmlns:a16="http://schemas.microsoft.com/office/drawing/2014/main" id="{565E87ED-3DFA-D2CD-24E2-199538EC4F11}"/>
              </a:ext>
            </a:extLst>
          </p:cNvPr>
          <p:cNvSpPr txBox="1">
            <a:spLocks/>
          </p:cNvSpPr>
          <p:nvPr userDrawn="1"/>
        </p:nvSpPr>
        <p:spPr>
          <a:xfrm>
            <a:off x="504000" y="6145872"/>
            <a:ext cx="6704011" cy="208122"/>
          </a:xfrm>
          <a:prstGeom prst="rect">
            <a:avLst/>
          </a:prstGeom>
          <a:noFill/>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a:latin typeface="72 Brand" panose="020B0504030603020204" pitchFamily="34" charset="0"/>
                <a:cs typeface="Arial" panose="020B0604020202020204" pitchFamily="34" charset="0"/>
              </a:rPr>
              <a:t>© 2026</a:t>
            </a:r>
            <a:r>
              <a:rPr lang="en-GB">
                <a:latin typeface="72 Brand" panose="020B0504030603020204" pitchFamily="34" charset="0"/>
              </a:rPr>
              <a:t> SAP SE or an SAP affiliate company. All rights reserved. See Legal Notice on www.sap.com/legal-notice for use terms, disclaimers, disclosures, or restrictions related to this material.</a:t>
            </a:r>
            <a:endParaRPr lang="en-US">
              <a:latin typeface="72 Brand" panose="020B0504030603020204" pitchFamily="34" charset="0"/>
              <a:cs typeface="Arial" panose="020B0604020202020204" pitchFamily="34" charset="0"/>
            </a:endParaRPr>
          </a:p>
        </p:txBody>
      </p:sp>
    </p:spTree>
    <p:extLst>
      <p:ext uri="{BB962C8B-B14F-4D97-AF65-F5344CB8AC3E}">
        <p14:creationId xmlns:p14="http://schemas.microsoft.com/office/powerpoint/2010/main" val="781090314"/>
      </p:ext>
    </p:extLst>
  </p:cSld>
  <p:clrMapOvr>
    <a:masterClrMapping/>
  </p:clrMapOvr>
  <p:hf sldNum="0" hdr="0" ftr="0" dt="0"/>
  <p:extLst>
    <p:ext uri="{DCECCB84-F9BA-43D5-87BE-67443E8EF086}">
      <p15:sldGuideLst xmlns:p15="http://schemas.microsoft.com/office/powerpoint/2012/main">
        <p15:guide id="2" orient="horz" pos="970" userDrawn="1">
          <p15:clr>
            <a:srgbClr val="FBAE40"/>
          </p15:clr>
        </p15:guide>
        <p15:guide id="4" orient="horz" pos="183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B">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0" y="4024430"/>
            <a:ext cx="5466588" cy="998420"/>
          </a:xfrm>
        </p:spPr>
        <p:txBody>
          <a:bodyPr vert="horz" wrap="square" lIns="0" tIns="0" rIns="0" bIns="0" rtlCol="0">
            <a:noAutofit/>
          </a:bodyPr>
          <a:lstStyle>
            <a:lvl1pPr>
              <a:lnSpc>
                <a:spcPct val="90000"/>
              </a:lnSpc>
              <a:defRPr lang="de-DE" sz="5500" b="0" i="0" dirty="0">
                <a:latin typeface="72 Brand Medium" panose="020B0504030603020204" pitchFamily="34" charset="0"/>
                <a:ea typeface="+mn-ea"/>
                <a:cs typeface="+mn-cs"/>
              </a:defRPr>
            </a:lvl1pPr>
          </a:lstStyle>
          <a:p>
            <a:pPr lvl="0"/>
            <a:r>
              <a:rPr lang="en-US"/>
              <a:t>Thank you.</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5175" cy="3430800"/>
          </a:xfrm>
        </p:spPr>
        <p:txBody>
          <a:bodyPr anchor="ctr" anchorCtr="0"/>
          <a:lstStyle>
            <a:lvl1pPr marL="0" marR="0" indent="0" algn="ctr" defTabSz="1088558" rtl="0" eaLnBrk="1" fontAlgn="auto" latinLnBrk="0" hangingPunct="1">
              <a:lnSpc>
                <a:spcPct val="100000"/>
              </a:lnSpc>
              <a:spcBef>
                <a:spcPts val="1800"/>
              </a:spcBef>
              <a:spcAft>
                <a:spcPts val="0"/>
              </a:spcAft>
              <a:buClr>
                <a:schemeClr val="accent1"/>
              </a:buClr>
              <a:buSzPct val="80000"/>
              <a:buFontTx/>
              <a:buNone/>
              <a:tabLst/>
              <a:defRPr/>
            </a:lvl1pPr>
          </a:lstStyle>
          <a:p>
            <a:pPr marL="0" marR="0" lvl="0" indent="0" algn="ctr" defTabSz="1088558" rtl="0" eaLnBrk="1" fontAlgn="auto" latinLnBrk="0" hangingPunct="1">
              <a:lnSpc>
                <a:spcPct val="100000"/>
              </a:lnSpc>
              <a:spcBef>
                <a:spcPts val="1800"/>
              </a:spcBef>
              <a:spcAft>
                <a:spcPts val="0"/>
              </a:spcAft>
              <a:buClr>
                <a:schemeClr val="accent1"/>
              </a:buClr>
              <a:buSzPct val="80000"/>
              <a:buFontTx/>
              <a:buNone/>
              <a:tabLst/>
              <a:defRPr/>
            </a:pPr>
            <a:r>
              <a:rPr lang="en-US"/>
              <a:t>Click to insert picture</a:t>
            </a:r>
          </a:p>
        </p:txBody>
      </p:sp>
      <p:pic>
        <p:nvPicPr>
          <p:cNvPr id="2" name="Picture 1">
            <a:extLst>
              <a:ext uri="{FF2B5EF4-FFF2-40B4-BE49-F238E27FC236}">
                <a16:creationId xmlns:a16="http://schemas.microsoft.com/office/drawing/2014/main" id="{3F8F6905-A0D4-DA0D-B1C3-892DEA90CF6B}"/>
              </a:ext>
            </a:extLst>
          </p:cNvPr>
          <p:cNvPicPr>
            <a:picLocks noChangeAspect="1"/>
          </p:cNvPicPr>
          <p:nvPr userDrawn="1"/>
        </p:nvPicPr>
        <p:blipFill>
          <a:blip r:embed="rId2"/>
          <a:stretch>
            <a:fillRect/>
          </a:stretch>
        </p:blipFill>
        <p:spPr>
          <a:xfrm>
            <a:off x="8129588" y="5990000"/>
            <a:ext cx="3506403" cy="360000"/>
          </a:xfrm>
          <a:prstGeom prst="rect">
            <a:avLst/>
          </a:prstGeom>
        </p:spPr>
      </p:pic>
      <p:sp>
        <p:nvSpPr>
          <p:cNvPr id="5" name="Copyright Placeholder" descr="{&quot;templafy&quot;:{&quot;id&quot;:&quot;ba9fff8e-a26f-4604-9418-39eec7243848&quot;}}">
            <a:extLst>
              <a:ext uri="{FF2B5EF4-FFF2-40B4-BE49-F238E27FC236}">
                <a16:creationId xmlns:a16="http://schemas.microsoft.com/office/drawing/2014/main" id="{C0F15E99-C02F-C566-8827-500E6A9C1D4E}"/>
              </a:ext>
            </a:extLst>
          </p:cNvPr>
          <p:cNvSpPr txBox="1">
            <a:spLocks/>
          </p:cNvSpPr>
          <p:nvPr userDrawn="1"/>
        </p:nvSpPr>
        <p:spPr>
          <a:xfrm>
            <a:off x="504000" y="6145872"/>
            <a:ext cx="6704011" cy="208122"/>
          </a:xfrm>
          <a:prstGeom prst="rect">
            <a:avLst/>
          </a:prstGeom>
          <a:noFill/>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a:latin typeface="72 Brand" panose="020B0504030603020204" pitchFamily="34" charset="0"/>
                <a:cs typeface="Arial" panose="020B0604020202020204" pitchFamily="34" charset="0"/>
              </a:rPr>
              <a:t>© 2026</a:t>
            </a:r>
            <a:r>
              <a:rPr lang="en-GB">
                <a:latin typeface="72 Brand" panose="020B0504030603020204" pitchFamily="34" charset="0"/>
              </a:rPr>
              <a:t> SAP SE or an SAP affiliate company. All rights reserved. See Legal Notice on www.sap.com/legal-notice for use terms, disclaimers, disclosures, or restrictions related to this material.</a:t>
            </a:r>
            <a:endParaRPr lang="en-US">
              <a:latin typeface="72 Brand" panose="020B0504030603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9EC35C5B-3872-7864-2787-0C648AA99BB6}"/>
              </a:ext>
            </a:extLst>
          </p:cNvPr>
          <p:cNvSpPr/>
          <p:nvPr userDrawn="1"/>
        </p:nvSpPr>
        <p:spPr bwMode="gray">
          <a:xfrm>
            <a:off x="11296650" y="6494825"/>
            <a:ext cx="898525" cy="360000"/>
          </a:xfrm>
          <a:prstGeom prst="rect">
            <a:avLst/>
          </a:prstGeom>
          <a:solidFill>
            <a:schemeClr val="bg1"/>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15359677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4" pos="326" userDrawn="1">
          <p15:clr>
            <a:srgbClr val="A4A3A4"/>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User guide TIPS &amp; TRICK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A4BFCE-B81D-CBD1-C182-360E8B61B7DF}"/>
              </a:ext>
            </a:extLst>
          </p:cNvPr>
          <p:cNvPicPr>
            <a:picLocks noChangeAspect="1"/>
          </p:cNvPicPr>
          <p:nvPr userDrawn="1"/>
        </p:nvPicPr>
        <p:blipFill>
          <a:blip r:embed="rId2"/>
          <a:srcRect t="1" r="69235" b="-57172"/>
          <a:stretch/>
        </p:blipFill>
        <p:spPr>
          <a:xfrm>
            <a:off x="8283791" y="1604962"/>
            <a:ext cx="343400" cy="568302"/>
          </a:xfrm>
          <a:prstGeom prst="rect">
            <a:avLst/>
          </a:prstGeom>
        </p:spPr>
      </p:pic>
      <p:pic>
        <p:nvPicPr>
          <p:cNvPr id="26" name="Picture 25">
            <a:extLst>
              <a:ext uri="{FF2B5EF4-FFF2-40B4-BE49-F238E27FC236}">
                <a16:creationId xmlns:a16="http://schemas.microsoft.com/office/drawing/2014/main" id="{0B9183E9-C13E-58A0-4347-EB86D2AEA0FC}"/>
              </a:ext>
            </a:extLst>
          </p:cNvPr>
          <p:cNvPicPr>
            <a:picLocks noChangeAspect="1"/>
          </p:cNvPicPr>
          <p:nvPr userDrawn="1"/>
        </p:nvPicPr>
        <p:blipFill>
          <a:blip r:embed="rId2"/>
          <a:srcRect l="41606" t="3929"/>
          <a:stretch/>
        </p:blipFill>
        <p:spPr>
          <a:xfrm>
            <a:off x="8129588" y="2073216"/>
            <a:ext cx="651804" cy="347377"/>
          </a:xfrm>
          <a:prstGeom prst="rect">
            <a:avLst/>
          </a:prstGeom>
        </p:spPr>
      </p:pic>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3105509" y="1142617"/>
            <a:ext cx="217703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PICTURES</a:t>
            </a:r>
            <a:endParaRPr lang="en-GB" sz="1400">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sz="900" b="1" noProof="1">
                <a:solidFill>
                  <a:srgbClr val="000000"/>
                </a:solidFill>
                <a:latin typeface="+mn-lt"/>
                <a:cs typeface="Arial" panose="020B0604020202020204" pitchFamily="34" charset="0"/>
              </a:rPr>
              <a:t>Insert corporate picture from Templafy</a:t>
            </a:r>
            <a:endParaRPr lang="en-GB"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noProof="1">
                <a:solidFill>
                  <a:srgbClr val="000000"/>
                </a:solidFill>
                <a:latin typeface="+mn-lt"/>
                <a:cs typeface="Arial" panose="020B0604020202020204" pitchFamily="34" charset="0"/>
              </a:rPr>
              <a:t>1.</a:t>
            </a:r>
            <a:r>
              <a:rPr lang="en-GB" altLang="da-DK" sz="900" b="0" noProof="1">
                <a:solidFill>
                  <a:srgbClr val="000000"/>
                </a:solidFill>
                <a:latin typeface="+mn-lt"/>
                <a:cs typeface="Arial" panose="020B0604020202020204" pitchFamily="34" charset="0"/>
              </a:rPr>
              <a:t> Click the blue </a:t>
            </a:r>
            <a:r>
              <a:rPr lang="en-GB" altLang="da-DK" sz="900" b="1" baseline="0" noProof="1">
                <a:solidFill>
                  <a:srgbClr val="000000"/>
                </a:solidFill>
                <a:latin typeface="+mn-lt"/>
                <a:cs typeface="Arial" panose="020B0604020202020204" pitchFamily="34" charset="0"/>
              </a:rPr>
              <a:t>Templafy </a:t>
            </a:r>
            <a:r>
              <a:rPr lang="en-GB" altLang="da-DK" sz="900" b="0" baseline="0" noProof="1">
                <a:solidFill>
                  <a:srgbClr val="000000"/>
                </a:solidFill>
                <a:latin typeface="+mn-lt"/>
                <a:cs typeface="Arial" panose="020B0604020202020204" pitchFamily="34" charset="0"/>
              </a:rPr>
              <a:t>button to view Templafy pane on right side of the screen, if it is not already there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2. </a:t>
            </a:r>
            <a:r>
              <a:rPr lang="en-GB" altLang="da-DK" sz="900" b="0" baseline="0" noProof="1">
                <a:solidFill>
                  <a:srgbClr val="000000"/>
                </a:solidFill>
                <a:latin typeface="+mn-lt"/>
                <a:cs typeface="Arial" panose="020B0604020202020204" pitchFamily="34" charset="0"/>
              </a:rPr>
              <a:t>Select picture placeholder by clicking on the frame (at the edge)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3</a:t>
            </a:r>
            <a:r>
              <a:rPr lang="en-GB" altLang="da-DK" sz="900" b="0" baseline="0" noProof="1">
                <a:solidFill>
                  <a:srgbClr val="000000"/>
                </a:solidFill>
                <a:latin typeface="+mn-lt"/>
                <a:cs typeface="Lundbeck Display" panose="020B0402040504020204" pitchFamily="34" charset="0"/>
              </a:rPr>
              <a:t> Click the </a:t>
            </a:r>
            <a:r>
              <a:rPr lang="en-GB" altLang="da-DK" sz="900" b="1" baseline="0" noProof="1">
                <a:solidFill>
                  <a:srgbClr val="000000"/>
                </a:solidFill>
                <a:latin typeface="+mn-lt"/>
                <a:cs typeface="Lundbeck Display" panose="020B0402040504020204" pitchFamily="34" charset="0"/>
              </a:rPr>
              <a:t>Images </a:t>
            </a:r>
            <a:r>
              <a:rPr lang="en-GB" altLang="da-DK" sz="900" b="0" i="0" baseline="0" noProof="1">
                <a:solidFill>
                  <a:srgbClr val="000000"/>
                </a:solidFill>
                <a:latin typeface="+mn-lt"/>
                <a:cs typeface="Lundbeck Display" panose="020B0402040504020204" pitchFamily="34" charset="0"/>
              </a:rPr>
              <a:t>button</a:t>
            </a:r>
            <a:r>
              <a:rPr lang="en-GB" altLang="da-DK" sz="900" b="0" baseline="0" noProof="1">
                <a:solidFill>
                  <a:srgbClr val="000000"/>
                </a:solidFill>
                <a:latin typeface="+mn-lt"/>
                <a:cs typeface="Lundbeck Display" panose="020B0402040504020204" pitchFamily="34" charset="0"/>
              </a:rPr>
              <a:t> in the Templafy pane</a:t>
            </a:r>
            <a:endParaRPr lang="en-GB" altLang="da-DK" sz="900" b="0" baseline="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Hint: </a:t>
            </a:r>
            <a:r>
              <a:rPr lang="en-GB" altLang="da-DK" sz="900" b="0" baseline="0" noProof="1">
                <a:solidFill>
                  <a:srgbClr val="000000"/>
                </a:solidFill>
                <a:latin typeface="+mn-lt"/>
                <a:cs typeface="Arial" panose="020B0604020202020204" pitchFamily="34" charset="0"/>
              </a:rPr>
              <a:t>You can search for images in the search field.</a:t>
            </a:r>
            <a:br>
              <a:rPr lang="en-GB" altLang="da-DK" sz="900" b="0" baseline="0" noProof="1">
                <a:solidFill>
                  <a:srgbClr val="000000"/>
                </a:solidFill>
                <a:latin typeface="+mn-lt"/>
                <a:cs typeface="Arial" panose="020B0604020202020204" pitchFamily="34" charset="0"/>
              </a:rPr>
            </a:br>
            <a:endParaRPr lang="en-GB" altLang="da-DK" sz="90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Insert picture from other location</a:t>
            </a: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On slides with pictureplaceholder, click on the icon and choose </a:t>
            </a:r>
            <a:r>
              <a:rPr lang="en-GB" altLang="da-DK" sz="900" b="1" noProof="1">
                <a:solidFill>
                  <a:srgbClr val="000000"/>
                </a:solidFill>
                <a:latin typeface="+mn-lt"/>
                <a:cs typeface="Arial" panose="020B0604020202020204" pitchFamily="34" charset="0"/>
              </a:rPr>
              <a:t>Insert </a:t>
            </a:r>
            <a:r>
              <a:rPr lang="en-GB" altLang="da-DK" sz="900" b="0" noProof="1">
                <a:solidFill>
                  <a:srgbClr val="000000"/>
                </a:solidFill>
                <a:latin typeface="+mn-lt"/>
                <a:cs typeface="Arial" panose="020B0604020202020204" pitchFamily="34" charset="0"/>
              </a:rPr>
              <a:t>to browse for picture</a:t>
            </a:r>
            <a:endParaRPr lang="en-GB" altLang="da-DK" sz="900" b="1" noProof="1">
              <a:solidFill>
                <a:srgbClr val="000000"/>
              </a:solidFill>
              <a:latin typeface="+mn-lt"/>
              <a:cs typeface="Arial" panose="020B0604020202020204" pitchFamily="34" charset="0"/>
            </a:endParaRPr>
          </a:p>
          <a:p>
            <a:pPr eaLnBrk="1" hangingPunct="1">
              <a:lnSpc>
                <a:spcPct val="100000"/>
              </a:lnSpc>
              <a:spcBef>
                <a:spcPts val="1200"/>
              </a:spcBef>
              <a:spcAft>
                <a:spcPts val="600"/>
              </a:spcAft>
              <a:defRPr/>
            </a:pPr>
            <a:r>
              <a:rPr lang="en-GB" sz="900" b="1" noProof="1">
                <a:solidFill>
                  <a:srgbClr val="000000"/>
                </a:solidFill>
                <a:latin typeface="+mn-lt"/>
                <a:cs typeface="Arial" panose="020B0604020202020204" pitchFamily="34" charset="0"/>
              </a:rPr>
              <a:t>Crop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1. </a:t>
            </a:r>
            <a:r>
              <a:rPr lang="en-GB" altLang="da-DK" sz="900" b="0" noProof="1">
                <a:solidFill>
                  <a:srgbClr val="000000"/>
                </a:solidFill>
                <a:latin typeface="+mn-lt"/>
                <a:cs typeface="Arial" panose="020B0604020202020204" pitchFamily="34" charset="0"/>
              </a:rPr>
              <a:t>Click </a:t>
            </a:r>
            <a:r>
              <a:rPr lang="en-GB" altLang="da-DK" sz="900" b="1" noProof="1">
                <a:solidFill>
                  <a:srgbClr val="000000"/>
                </a:solidFill>
                <a:latin typeface="+mn-lt"/>
                <a:cs typeface="Arial" panose="020B0604020202020204" pitchFamily="34" charset="0"/>
              </a:rPr>
              <a:t>Crop</a:t>
            </a:r>
            <a:r>
              <a:rPr lang="en-GB" altLang="da-DK" sz="900" b="0" noProof="1">
                <a:solidFill>
                  <a:srgbClr val="000000"/>
                </a:solidFill>
                <a:latin typeface="+mn-lt"/>
                <a:cs typeface="Arial" panose="020B0604020202020204" pitchFamily="34" charset="0"/>
              </a:rPr>
              <a:t> to change size or focus of the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2. </a:t>
            </a:r>
            <a:r>
              <a:rPr lang="en-GB" altLang="da-DK" sz="900" b="0" noProof="1">
                <a:solidFill>
                  <a:srgbClr val="000000"/>
                </a:solidFill>
                <a:latin typeface="+mn-lt"/>
                <a:cs typeface="Arial" panose="020B0604020202020204" pitchFamily="34" charset="0"/>
              </a:rPr>
              <a:t>If you want to scale the picture, hold </a:t>
            </a:r>
            <a:r>
              <a:rPr lang="en-GB" altLang="da-DK" sz="900" b="1" noProof="1">
                <a:solidFill>
                  <a:srgbClr val="000000"/>
                </a:solidFill>
                <a:latin typeface="+mn-lt"/>
                <a:cs typeface="Arial" panose="020B0604020202020204" pitchFamily="34" charset="0"/>
              </a:rPr>
              <a:t>SHIFT</a:t>
            </a:r>
            <a:r>
              <a:rPr lang="en-GB" altLang="da-DK" sz="900" b="0" noProof="1">
                <a:solidFill>
                  <a:srgbClr val="000000"/>
                </a:solidFill>
                <a:latin typeface="+mn-lt"/>
                <a:cs typeface="Arial" panose="020B0604020202020204" pitchFamily="34" charset="0"/>
              </a:rPr>
              <a:t>-key down while dragging the corners of the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HINT: </a:t>
            </a:r>
            <a:r>
              <a:rPr lang="en-GB" altLang="da-DK" sz="900" b="0" noProof="1">
                <a:solidFill>
                  <a:srgbClr val="000000"/>
                </a:solidFill>
                <a:latin typeface="+mn-lt"/>
                <a:cs typeface="Arial" panose="020B0604020202020204" pitchFamily="34" charset="0"/>
              </a:rPr>
              <a:t>If you delete the picture and insert a new one, the picture may lie in front of the text or graphic. If this happens, select the picture, right-click and choose </a:t>
            </a:r>
            <a:r>
              <a:rPr lang="en-GB" altLang="da-DK" sz="900" b="1" noProof="1">
                <a:solidFill>
                  <a:srgbClr val="000000"/>
                </a:solidFill>
                <a:latin typeface="+mn-lt"/>
                <a:cs typeface="Arial" panose="020B0604020202020204" pitchFamily="34" charset="0"/>
              </a:rPr>
              <a:t>Send to Back</a:t>
            </a:r>
          </a:p>
        </p:txBody>
      </p:sp>
      <p:sp>
        <p:nvSpPr>
          <p:cNvPr id="42" name="Text Box 2">
            <a:extLst>
              <a:ext uri="{FF2B5EF4-FFF2-40B4-BE49-F238E27FC236}">
                <a16:creationId xmlns:a16="http://schemas.microsoft.com/office/drawing/2014/main" id="{00AD0EBC-0A41-4B26-9D79-79E0C00BBA85}"/>
              </a:ext>
            </a:extLst>
          </p:cNvPr>
          <p:cNvSpPr txBox="1">
            <a:spLocks noChangeArrowheads="1"/>
          </p:cNvSpPr>
          <p:nvPr userDrawn="1"/>
        </p:nvSpPr>
        <p:spPr bwMode="auto">
          <a:xfrm>
            <a:off x="503238" y="1142617"/>
            <a:ext cx="1741943" cy="4795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TEXT STYLES</a:t>
            </a:r>
            <a:endParaRPr lang="en-GB" altLang="da-DK" sz="1200" b="0" noProof="1">
              <a:solidFill>
                <a:srgbClr val="000000"/>
              </a:solidFill>
              <a:latin typeface="+mn-lt"/>
              <a:cs typeface="Arial" panose="020B0604020202020204" pitchFamily="34" charset="0"/>
            </a:endParaRPr>
          </a:p>
          <a:p>
            <a:pPr eaLnBrk="1" hangingPunct="1">
              <a:spcAft>
                <a:spcPts val="600"/>
              </a:spcAft>
              <a:defRPr/>
            </a:pPr>
            <a:r>
              <a:rPr lang="en-GB" altLang="da-DK" sz="900" b="0" noProof="1">
                <a:solidFill>
                  <a:srgbClr val="000000"/>
                </a:solidFill>
                <a:latin typeface="+mn-lt"/>
                <a:cs typeface="Arial" panose="020B0604020202020204" pitchFamily="34" charset="0"/>
              </a:rPr>
              <a:t>Use the </a:t>
            </a:r>
            <a:r>
              <a:rPr lang="en-GB" altLang="da-DK" sz="900" b="1" noProof="1">
                <a:solidFill>
                  <a:srgbClr val="000000"/>
                </a:solidFill>
                <a:latin typeface="+mn-lt"/>
                <a:cs typeface="Arial" panose="020B0604020202020204" pitchFamily="34" charset="0"/>
              </a:rPr>
              <a:t>TAB</a:t>
            </a:r>
            <a:r>
              <a:rPr lang="en-GB" altLang="da-DK" sz="900" b="0" noProof="1">
                <a:solidFill>
                  <a:srgbClr val="000000"/>
                </a:solidFill>
                <a:latin typeface="+mn-lt"/>
                <a:cs typeface="Arial" panose="020B0604020202020204" pitchFamily="34" charset="0"/>
              </a:rPr>
              <a:t>-key</a:t>
            </a:r>
            <a:r>
              <a:rPr lang="en-GB" altLang="da-DK" sz="900" b="0" baseline="0" noProof="1">
                <a:solidFill>
                  <a:srgbClr val="000000"/>
                </a:solidFill>
                <a:latin typeface="+mn-lt"/>
                <a:cs typeface="Arial" panose="020B0604020202020204" pitchFamily="34" charset="0"/>
              </a:rPr>
              <a:t> to jump through levels. Click </a:t>
            </a:r>
            <a:r>
              <a:rPr lang="en-GB" altLang="da-DK" sz="900" b="1" baseline="0" noProof="1">
                <a:solidFill>
                  <a:srgbClr val="000000"/>
                </a:solidFill>
                <a:latin typeface="+mn-lt"/>
                <a:cs typeface="Arial" panose="020B0604020202020204" pitchFamily="34" charset="0"/>
              </a:rPr>
              <a:t>ENTER</a:t>
            </a:r>
            <a:r>
              <a:rPr lang="en-GB" altLang="da-DK" sz="900" b="0" baseline="0" noProof="1">
                <a:solidFill>
                  <a:srgbClr val="000000"/>
                </a:solidFill>
                <a:latin typeface="+mn-lt"/>
                <a:cs typeface="Arial" panose="020B0604020202020204" pitchFamily="34" charset="0"/>
              </a:rPr>
              <a:t>, then </a:t>
            </a:r>
            <a:r>
              <a:rPr lang="en-GB" altLang="da-DK" sz="900" b="1" baseline="0" noProof="1">
                <a:solidFill>
                  <a:srgbClr val="000000"/>
                </a:solidFill>
                <a:latin typeface="+mn-lt"/>
                <a:cs typeface="Arial" panose="020B0604020202020204" pitchFamily="34" charset="0"/>
              </a:rPr>
              <a:t>TAB</a:t>
            </a:r>
            <a:r>
              <a:rPr lang="en-GB" altLang="da-DK" sz="900" b="0" baseline="0" noProof="1">
                <a:solidFill>
                  <a:srgbClr val="000000"/>
                </a:solidFill>
                <a:latin typeface="+mn-lt"/>
                <a:cs typeface="Arial" panose="020B0604020202020204" pitchFamily="34" charset="0"/>
              </a:rPr>
              <a:t> to switch from one level to the next level</a:t>
            </a:r>
          </a:p>
          <a:p>
            <a:pPr eaLnBrk="1" hangingPunct="1">
              <a:spcAft>
                <a:spcPts val="600"/>
              </a:spcAft>
              <a:defRPr/>
            </a:pPr>
            <a:r>
              <a:rPr lang="en-GB" altLang="da-DK" sz="900" b="0" baseline="0" noProof="1">
                <a:solidFill>
                  <a:srgbClr val="000000"/>
                </a:solidFill>
                <a:latin typeface="+mn-lt"/>
                <a:cs typeface="Arial" panose="020B0604020202020204" pitchFamily="34" charset="0"/>
              </a:rPr>
              <a:t>To go back in levels use </a:t>
            </a:r>
            <a:r>
              <a:rPr lang="en-GB" altLang="da-DK" sz="900" b="1" baseline="0" noProof="1">
                <a:solidFill>
                  <a:srgbClr val="000000"/>
                </a:solidFill>
                <a:latin typeface="+mn-lt"/>
                <a:cs typeface="Arial" panose="020B0604020202020204" pitchFamily="34" charset="0"/>
              </a:rPr>
              <a:t>SHIFT+TAB</a:t>
            </a:r>
            <a:endParaRPr lang="en-GB" sz="900" b="1" noProof="1">
              <a:solidFill>
                <a:srgbClr val="000000"/>
              </a:solidFill>
              <a:latin typeface="+mn-lt"/>
              <a:cs typeface="Arial" panose="020B0604020202020204" pitchFamily="34" charset="0"/>
            </a:endParaRPr>
          </a:p>
          <a:p>
            <a:pPr eaLnBrk="1" hangingPunct="1">
              <a:spcAft>
                <a:spcPts val="600"/>
              </a:spcAft>
              <a:defRPr/>
            </a:pPr>
            <a:r>
              <a:rPr lang="en-GB" sz="900" noProof="1">
                <a:solidFill>
                  <a:srgbClr val="000000"/>
                </a:solidFill>
                <a:latin typeface="+mn-lt"/>
                <a:cs typeface="Arial" panose="020B0604020202020204" pitchFamily="34" charset="0"/>
              </a:rPr>
              <a:t>Alternatively, </a:t>
            </a:r>
            <a:r>
              <a:rPr lang="en-GB" sz="900" b="1" noProof="1">
                <a:solidFill>
                  <a:srgbClr val="000000"/>
                </a:solidFill>
                <a:latin typeface="+mn-lt"/>
                <a:cs typeface="Arial" panose="020B0604020202020204" pitchFamily="34" charset="0"/>
              </a:rPr>
              <a:t>Increase</a:t>
            </a:r>
            <a:r>
              <a:rPr lang="en-GB" sz="900" baseline="0" noProof="1">
                <a:solidFill>
                  <a:srgbClr val="000000"/>
                </a:solidFill>
                <a:latin typeface="+mn-lt"/>
                <a:cs typeface="Arial" panose="020B0604020202020204" pitchFamily="34" charset="0"/>
              </a:rPr>
              <a:t> and </a:t>
            </a:r>
            <a:r>
              <a:rPr lang="en-GB" sz="900" b="1" baseline="0" noProof="1">
                <a:solidFill>
                  <a:srgbClr val="000000"/>
                </a:solidFill>
                <a:latin typeface="+mn-lt"/>
                <a:cs typeface="Arial" panose="020B0604020202020204" pitchFamily="34" charset="0"/>
              </a:rPr>
              <a:t>Decrease </a:t>
            </a:r>
            <a:r>
              <a:rPr lang="en-GB" sz="900" baseline="0" noProof="1">
                <a:solidFill>
                  <a:srgbClr val="000000"/>
                </a:solidFill>
                <a:latin typeface="+mn-lt"/>
                <a:cs typeface="Arial" panose="020B0604020202020204" pitchFamily="34" charset="0"/>
              </a:rPr>
              <a:t>list level can be used</a:t>
            </a:r>
          </a:p>
          <a:p>
            <a:pPr eaLnBrk="1" hangingPunct="1">
              <a:spcAft>
                <a:spcPts val="600"/>
              </a:spcAft>
              <a:defRPr/>
            </a:pPr>
            <a:r>
              <a:rPr lang="en-GB" altLang="da-DK" sz="900" b="1" noProof="1">
                <a:solidFill>
                  <a:srgbClr val="000000"/>
                </a:solidFill>
                <a:latin typeface="+mn-lt"/>
                <a:cs typeface="Arial" panose="020B0604020202020204" pitchFamily="34" charset="0"/>
              </a:rPr>
              <a:t>HINT: </a:t>
            </a:r>
            <a:r>
              <a:rPr lang="en-GB" sz="900" b="1" noProof="1">
                <a:solidFill>
                  <a:srgbClr val="000000"/>
                </a:solidFill>
                <a:latin typeface="+mn-lt"/>
                <a:cs typeface="Arial" panose="020B0604020202020204" pitchFamily="34" charset="0"/>
              </a:rPr>
              <a:t>Use bullet button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Delete bullet for regular text.</a:t>
            </a:r>
            <a:br>
              <a:rPr lang="en-GB" altLang="da-DK" sz="900" b="0" noProof="1">
                <a:solidFill>
                  <a:srgbClr val="000000"/>
                </a:solidFill>
                <a:latin typeface="+mn-lt"/>
                <a:cs typeface="Arial" panose="020B0604020202020204" pitchFamily="34" charset="0"/>
              </a:rPr>
            </a:br>
            <a:r>
              <a:rPr lang="en-GB" altLang="da-DK" sz="900" b="0" noProof="1">
                <a:solidFill>
                  <a:srgbClr val="000000"/>
                </a:solidFill>
                <a:latin typeface="+mn-lt"/>
                <a:cs typeface="Arial" panose="020B0604020202020204" pitchFamily="34" charset="0"/>
              </a:rPr>
              <a:t>Click on the bullet button to reaply the correct bullet again</a:t>
            </a:r>
          </a:p>
          <a:p>
            <a:pPr marL="0" marR="0" lvl="0" indent="0" algn="l" defTabSz="914400" rtl="0" eaLnBrk="1" fontAlgn="auto" latinLnBrk="0" hangingPunct="1">
              <a:lnSpc>
                <a:spcPct val="100000"/>
              </a:lnSpc>
              <a:spcBef>
                <a:spcPts val="0"/>
              </a:spcBef>
              <a:spcAft>
                <a:spcPts val="600"/>
              </a:spcAft>
              <a:buClrTx/>
              <a:buSzTx/>
              <a:buFontTx/>
              <a:buNone/>
              <a:tabLst/>
              <a:defRPr/>
            </a:pPr>
            <a:br>
              <a:rPr lang="en-GB" altLang="da-DK" sz="900" b="0" noProof="1">
                <a:solidFill>
                  <a:srgbClr val="000000"/>
                </a:solidFill>
                <a:latin typeface="+mn-lt"/>
                <a:cs typeface="Arial" panose="020B0604020202020204" pitchFamily="34" charset="0"/>
              </a:rPr>
            </a:br>
            <a:r>
              <a:rPr lang="en-GB" sz="1200">
                <a:solidFill>
                  <a:srgbClr val="000000"/>
                </a:solidFill>
                <a:latin typeface="+mn-lt"/>
                <a:cs typeface="Arial" panose="020B0604020202020204" pitchFamily="34" charset="0"/>
              </a:rPr>
              <a:t>SLIDES &amp; LAYOUTS</a:t>
            </a:r>
            <a:endParaRPr lang="en-GB" sz="1200" b="1"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Click on the menu </a:t>
            </a:r>
            <a:r>
              <a:rPr lang="en-GB" altLang="da-DK" sz="900" b="1" noProof="1">
                <a:solidFill>
                  <a:srgbClr val="000000"/>
                </a:solidFill>
                <a:latin typeface="+mn-lt"/>
                <a:cs typeface="Arial" panose="020B0604020202020204" pitchFamily="34" charset="0"/>
              </a:rPr>
              <a:t>New Slide </a:t>
            </a:r>
            <a:r>
              <a:rPr lang="en-GB" altLang="da-DK" sz="900" b="0" noProof="1">
                <a:solidFill>
                  <a:srgbClr val="000000"/>
                </a:solidFill>
                <a:latin typeface="+mn-lt"/>
                <a:cs typeface="Arial" panose="020B0604020202020204" pitchFamily="34" charset="0"/>
              </a:rPr>
              <a:t>in the </a:t>
            </a:r>
            <a:r>
              <a:rPr lang="en-GB" altLang="da-DK" sz="900" b="1" noProof="1">
                <a:solidFill>
                  <a:srgbClr val="000000"/>
                </a:solidFill>
                <a:latin typeface="+mn-lt"/>
                <a:cs typeface="Arial" panose="020B0604020202020204" pitchFamily="34" charset="0"/>
              </a:rPr>
              <a:t>Home</a:t>
            </a:r>
            <a:r>
              <a:rPr lang="en-GB" altLang="da-DK" sz="900" b="0" noProof="1">
                <a:solidFill>
                  <a:srgbClr val="000000"/>
                </a:solidFill>
                <a:latin typeface="+mn-lt"/>
                <a:cs typeface="Arial" panose="020B0604020202020204" pitchFamily="34" charset="0"/>
              </a:rPr>
              <a:t> tab to insert a new slide</a:t>
            </a:r>
            <a:br>
              <a:rPr lang="en-GB" altLang="da-DK" sz="900" b="0" noProof="1">
                <a:solidFill>
                  <a:srgbClr val="000000"/>
                </a:solidFill>
                <a:latin typeface="+mn-lt"/>
                <a:cs typeface="Arial" panose="020B0604020202020204" pitchFamily="34" charset="0"/>
              </a:rPr>
            </a:b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Change layout</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900" noProof="1">
                <a:solidFill>
                  <a:srgbClr val="000000"/>
                </a:solidFill>
                <a:latin typeface="+mn-lt"/>
                <a:ea typeface="Arial" panose="020B0604020202020204" pitchFamily="34" charset="0"/>
                <a:cs typeface="Arial" panose="020B0604020202020204" pitchFamily="34" charset="0"/>
              </a:rPr>
              <a:t>Click on the arrow next to </a:t>
            </a:r>
            <a:r>
              <a:rPr lang="en-GB" sz="900" b="1" noProof="1">
                <a:solidFill>
                  <a:srgbClr val="000000"/>
                </a:solidFill>
                <a:latin typeface="+mn-lt"/>
                <a:ea typeface="Arial" panose="020B0604020202020204" pitchFamily="34" charset="0"/>
                <a:cs typeface="Arial" panose="020B0604020202020204" pitchFamily="34" charset="0"/>
              </a:rPr>
              <a:t>Layout </a:t>
            </a:r>
            <a:r>
              <a:rPr lang="en-GB" sz="900" noProof="1">
                <a:solidFill>
                  <a:srgbClr val="000000"/>
                </a:solidFill>
                <a:latin typeface="+mn-lt"/>
                <a:ea typeface="Arial" panose="020B0604020202020204" pitchFamily="34" charset="0"/>
                <a:cs typeface="Arial" panose="020B0604020202020204" pitchFamily="34" charset="0"/>
              </a:rPr>
              <a:t>to view a dropdown menu of possible slide layouts</a:t>
            </a:r>
            <a:br>
              <a:rPr lang="en-GB" altLang="da-DK" sz="900" b="0" baseline="0" noProof="1">
                <a:solidFill>
                  <a:srgbClr val="000000"/>
                </a:solidFill>
                <a:latin typeface="+mn-lt"/>
                <a:cs typeface="Arial" panose="020B0604020202020204" pitchFamily="34" charset="0"/>
              </a:rPr>
            </a:br>
            <a:br>
              <a:rPr lang="en-GB" altLang="da-DK" sz="900" b="0" baseline="0" noProof="1">
                <a:solidFill>
                  <a:srgbClr val="000000"/>
                </a:solidFill>
                <a:latin typeface="+mn-lt"/>
                <a:cs typeface="Arial" panose="020B0604020202020204" pitchFamily="34" charset="0"/>
              </a:rPr>
            </a:br>
            <a:r>
              <a:rPr lang="en-GB" sz="900" b="1" noProof="1">
                <a:solidFill>
                  <a:srgbClr val="000000"/>
                </a:solidFill>
                <a:latin typeface="+mn-lt"/>
                <a:cs typeface="Arial" panose="020B0604020202020204" pitchFamily="34" charset="0"/>
              </a:rPr>
              <a:t>Reset slide</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1.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Home</a:t>
            </a:r>
            <a:r>
              <a:rPr lang="en-GB" altLang="da-DK" sz="900" noProof="1">
                <a:solidFill>
                  <a:srgbClr val="000000"/>
                </a:solidFill>
                <a:latin typeface="+mn-lt"/>
                <a:cs typeface="Arial" panose="020B0604020202020204" pitchFamily="34" charset="0"/>
              </a:rPr>
              <a:t> tab</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2.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Reset</a:t>
            </a:r>
            <a:r>
              <a:rPr lang="en-GB" altLang="da-DK" sz="900" noProof="1">
                <a:solidFill>
                  <a:srgbClr val="000000"/>
                </a:solidFill>
                <a:latin typeface="+mn-lt"/>
                <a:cs typeface="Arial" panose="020B0604020202020204" pitchFamily="34" charset="0"/>
              </a:rPr>
              <a:t> menu to reset position, size and formatting of the slide placeholders to their default settings</a:t>
            </a:r>
          </a:p>
          <a:p>
            <a:pPr eaLnBrk="1" hangingPunct="1">
              <a:spcAft>
                <a:spcPts val="600"/>
              </a:spcAft>
              <a:defRPr/>
            </a:pPr>
            <a:endParaRPr lang="en-GB" altLang="da-DK" sz="900" b="0" noProof="1">
              <a:solidFill>
                <a:srgbClr val="000000"/>
              </a:solidFill>
              <a:latin typeface="+mn-lt"/>
              <a:cs typeface="Arial" panose="020B0604020202020204" pitchFamily="34" charset="0"/>
            </a:endParaRPr>
          </a:p>
        </p:txBody>
      </p:sp>
      <p:pic>
        <p:nvPicPr>
          <p:cNvPr id="46" name="Picture 29">
            <a:extLst>
              <a:ext uri="{FF2B5EF4-FFF2-40B4-BE49-F238E27FC236}">
                <a16:creationId xmlns:a16="http://schemas.microsoft.com/office/drawing/2014/main" id="{6B35B93D-CCEE-48AF-A769-8729CC05BE8A}"/>
              </a:ext>
            </a:extLst>
          </p:cNvPr>
          <p:cNvPicPr>
            <a:picLocks noChangeAspect="1"/>
          </p:cNvPicPr>
          <p:nvPr userDrawn="1"/>
        </p:nvPicPr>
        <p:blipFill>
          <a:blip r:embed="rId3"/>
          <a:stretch>
            <a:fillRect/>
          </a:stretch>
        </p:blipFill>
        <p:spPr>
          <a:xfrm>
            <a:off x="2251212" y="2382611"/>
            <a:ext cx="457262" cy="257143"/>
          </a:xfrm>
          <a:prstGeom prst="rect">
            <a:avLst/>
          </a:prstGeom>
        </p:spPr>
      </p:pic>
      <p:pic>
        <p:nvPicPr>
          <p:cNvPr id="55" name="Picture 16">
            <a:extLst>
              <a:ext uri="{FF2B5EF4-FFF2-40B4-BE49-F238E27FC236}">
                <a16:creationId xmlns:a16="http://schemas.microsoft.com/office/drawing/2014/main" id="{A13B127D-1BE4-4C8F-96F6-59C8D10D8F4E}"/>
              </a:ext>
            </a:extLst>
          </p:cNvPr>
          <p:cNvPicPr>
            <a:picLocks noChangeAspect="1"/>
          </p:cNvPicPr>
          <p:nvPr userDrawn="1"/>
        </p:nvPicPr>
        <p:blipFill>
          <a:blip r:embed="rId4"/>
          <a:stretch>
            <a:fillRect/>
          </a:stretch>
        </p:blipFill>
        <p:spPr>
          <a:xfrm>
            <a:off x="2251212" y="3852636"/>
            <a:ext cx="328967" cy="505501"/>
          </a:xfrm>
          <a:prstGeom prst="rect">
            <a:avLst/>
          </a:prstGeom>
        </p:spPr>
      </p:pic>
      <p:pic>
        <p:nvPicPr>
          <p:cNvPr id="56" name="Picture 20">
            <a:extLst>
              <a:ext uri="{FF2B5EF4-FFF2-40B4-BE49-F238E27FC236}">
                <a16:creationId xmlns:a16="http://schemas.microsoft.com/office/drawing/2014/main" id="{5730DD9A-26F6-4C14-AE7D-221D2B3F38DD}"/>
              </a:ext>
            </a:extLst>
          </p:cNvPr>
          <p:cNvPicPr>
            <a:picLocks noChangeAspect="1"/>
          </p:cNvPicPr>
          <p:nvPr userDrawn="1"/>
        </p:nvPicPr>
        <p:blipFill>
          <a:blip r:embed="rId5"/>
          <a:stretch>
            <a:fillRect/>
          </a:stretch>
        </p:blipFill>
        <p:spPr>
          <a:xfrm>
            <a:off x="2251212" y="5922364"/>
            <a:ext cx="538605" cy="17284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6"/>
          <a:stretch>
            <a:fillRect/>
          </a:stretch>
        </p:blipFill>
        <p:spPr>
          <a:xfrm>
            <a:off x="5259301" y="4485830"/>
            <a:ext cx="313870"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6238181" y="1142617"/>
            <a:ext cx="2176236"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SLIDES &amp; SLIDE ELEMENTS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Lundbeck Display" panose="020B0402040504020204" pitchFamily="34" charset="0"/>
              </a:rPr>
              <a:t>Insert predefined slides and elements using the Templafy pane. Choose </a:t>
            </a:r>
            <a:r>
              <a:rPr lang="en-GB" altLang="da-DK" sz="900" b="1" noProof="1">
                <a:solidFill>
                  <a:srgbClr val="000000"/>
                </a:solidFill>
                <a:latin typeface="+mn-lt"/>
                <a:cs typeface="Lundbeck Display" panose="020B0402040504020204" pitchFamily="34" charset="0"/>
              </a:rPr>
              <a:t>Slides</a:t>
            </a:r>
            <a:r>
              <a:rPr lang="en-GB" altLang="da-DK" sz="900" b="0" noProof="1">
                <a:solidFill>
                  <a:srgbClr val="000000"/>
                </a:solidFill>
                <a:latin typeface="+mn-lt"/>
                <a:cs typeface="Lundbeck Display" panose="020B0402040504020204" pitchFamily="34" charset="0"/>
              </a:rPr>
              <a:t> or </a:t>
            </a:r>
            <a:r>
              <a:rPr lang="en-GB" altLang="da-DK" sz="900" b="1" noProof="1">
                <a:solidFill>
                  <a:srgbClr val="000000"/>
                </a:solidFill>
                <a:latin typeface="+mn-lt"/>
                <a:cs typeface="Lundbeck Display" panose="020B0402040504020204" pitchFamily="34" charset="0"/>
              </a:rPr>
              <a:t>Slide elements </a:t>
            </a:r>
            <a:r>
              <a:rPr lang="en-GB" altLang="da-DK" sz="900" b="0" noProof="1">
                <a:solidFill>
                  <a:srgbClr val="000000"/>
                </a:solidFill>
                <a:latin typeface="+mn-lt"/>
                <a:cs typeface="Lundbeck Display" panose="020B0402040504020204" pitchFamily="34" charset="0"/>
              </a:rPr>
              <a:t>from the buttons in the Templafy pane on the right side of the screen</a:t>
            </a:r>
            <a:endParaRPr lang="en-GB" altLang="da-DK" sz="900" b="1" noProof="1">
              <a:solidFill>
                <a:srgbClr val="000000"/>
              </a:solidFill>
              <a:latin typeface="+mn-lt"/>
              <a:cs typeface="Lundbeck Display" panose="020B0402040504020204" pitchFamily="34" charset="0"/>
            </a:endParaRPr>
          </a:p>
          <a:p>
            <a:pPr marL="0" marR="0" lvl="0" indent="0" algn="l" defTabSz="914400" rtl="0" eaLnBrk="1" fontAlgn="auto" latinLnBrk="0" hangingPunct="1">
              <a:lnSpc>
                <a:spcPct val="100000"/>
              </a:lnSpc>
              <a:spcBef>
                <a:spcPts val="1200"/>
              </a:spcBef>
              <a:spcAft>
                <a:spcPts val="600"/>
              </a:spcAft>
              <a:buClrTx/>
              <a:buSzTx/>
              <a:buFontTx/>
              <a:buNone/>
              <a:tabLst/>
              <a:defRPr/>
            </a:pPr>
            <a:r>
              <a:rPr lang="en-GB" sz="1200">
                <a:solidFill>
                  <a:srgbClr val="000000"/>
                </a:solidFill>
                <a:latin typeface="+mn-lt"/>
                <a:cs typeface="Arial" panose="020B0604020202020204" pitchFamily="34" charset="0"/>
              </a:rPr>
              <a:t>GUIDES</a:t>
            </a:r>
            <a:endParaRPr lang="en-GB" sz="1600" b="1"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View</a:t>
            </a:r>
            <a:r>
              <a:rPr lang="en-GB" altLang="da-DK" sz="900" b="0" noProof="1">
                <a:solidFill>
                  <a:srgbClr val="000000"/>
                </a:solidFill>
                <a:latin typeface="+mn-lt"/>
                <a:cs typeface="Arial" panose="020B0604020202020204" pitchFamily="34" charset="0"/>
              </a:rPr>
              <a:t> tab and set tick mark next to </a:t>
            </a:r>
            <a:r>
              <a:rPr lang="en-GB" altLang="da-DK" sz="900" b="1" noProof="1">
                <a:solidFill>
                  <a:srgbClr val="000000"/>
                </a:solidFill>
                <a:latin typeface="+mn-lt"/>
                <a:cs typeface="Arial" panose="020B0604020202020204" pitchFamily="34" charset="0"/>
              </a:rPr>
              <a:t>Guides</a:t>
            </a:r>
            <a:endParaRPr lang="en-GB" altLang="da-DK" sz="900" b="0"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HINT: Alt + F9 </a:t>
            </a:r>
            <a:r>
              <a:rPr lang="en-GB" altLang="da-DK" sz="900" b="0" noProof="1">
                <a:solidFill>
                  <a:srgbClr val="000000"/>
                </a:solidFill>
                <a:latin typeface="+mn-lt"/>
                <a:cs typeface="Arial" panose="020B0604020202020204" pitchFamily="34" charset="0"/>
              </a:rPr>
              <a:t>for quick view of guides</a:t>
            </a: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Mac: </a:t>
            </a:r>
            <a:r>
              <a:rPr lang="en-GB" sz="900" b="0" i="0">
                <a:solidFill>
                  <a:srgbClr val="000000"/>
                </a:solidFill>
                <a:effectLst/>
                <a:latin typeface="+mn-lt"/>
              </a:rPr>
              <a:t>⌘ </a:t>
            </a:r>
            <a:r>
              <a:rPr lang="en-GB" altLang="da-DK" sz="900" b="0" noProof="1">
                <a:solidFill>
                  <a:srgbClr val="000000"/>
                </a:solidFill>
                <a:latin typeface="+mn-lt"/>
                <a:cs typeface="Arial" panose="020B0604020202020204" pitchFamily="34" charset="0"/>
              </a:rPr>
              <a:t>+ option + ctrl + G</a:t>
            </a:r>
            <a:r>
              <a:rPr lang="en-GB" altLang="da-DK" sz="898" b="0" kern="1200" noProof="1">
                <a:solidFill>
                  <a:srgbClr val="000000"/>
                </a:solidFill>
                <a:latin typeface="+mn-lt"/>
                <a:ea typeface="+mn-ea"/>
                <a:cs typeface="Arial" panose="020B0604020202020204" pitchFamily="34" charset="0"/>
              </a:rPr>
              <a:t>.</a:t>
            </a:r>
            <a:endParaRPr lang="en-GB"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1200"/>
              </a:spcBef>
              <a:spcAft>
                <a:spcPts val="600"/>
              </a:spcAft>
              <a:buClrTx/>
              <a:buSzTx/>
              <a:buFontTx/>
              <a:buNone/>
              <a:tabLst/>
              <a:defRPr/>
            </a:pPr>
            <a:r>
              <a:rPr lang="en-GB" sz="1200">
                <a:solidFill>
                  <a:srgbClr val="000000"/>
                </a:solidFill>
                <a:latin typeface="+mn-lt"/>
                <a:cs typeface="Arial" panose="020B0604020202020204" pitchFamily="34" charset="0"/>
              </a:rPr>
              <a:t>COLOR</a:t>
            </a:r>
            <a:br>
              <a:rPr lang="en-GB" sz="1200">
                <a:solidFill>
                  <a:srgbClr val="000000"/>
                </a:solidFill>
                <a:latin typeface="+mn-lt"/>
                <a:cs typeface="Arial" panose="020B0604020202020204" pitchFamily="34" charset="0"/>
              </a:rPr>
            </a:br>
            <a:r>
              <a:rPr lang="en-GB" sz="900" b="0" kern="1200">
                <a:solidFill>
                  <a:srgbClr val="000000"/>
                </a:solidFill>
                <a:latin typeface="+mn-lt"/>
                <a:ea typeface="+mn-ea"/>
                <a:cs typeface="Arial" panose="020B0604020202020204" pitchFamily="34" charset="0"/>
              </a:rPr>
              <a:t>Use the top colors in the Theme Colors or from the Custom Colors</a:t>
            </a:r>
            <a:endParaRPr lang="en-GB" altLang="da-DK" sz="900" b="0" kern="1200" noProof="1">
              <a:solidFill>
                <a:srgbClr val="000000"/>
              </a:solidFill>
              <a:latin typeface="+mn-lt"/>
              <a:ea typeface="+mn-ea"/>
              <a:cs typeface="Arial" panose="020B0604020202020204" pitchFamily="34" charset="0"/>
            </a:endParaRPr>
          </a:p>
        </p:txBody>
      </p:sp>
      <p:pic>
        <p:nvPicPr>
          <p:cNvPr id="25" name="Picture 24">
            <a:extLst>
              <a:ext uri="{FF2B5EF4-FFF2-40B4-BE49-F238E27FC236}">
                <a16:creationId xmlns:a16="http://schemas.microsoft.com/office/drawing/2014/main" id="{6D83AD9C-98AE-450E-B202-15860002D528}"/>
              </a:ext>
            </a:extLst>
          </p:cNvPr>
          <p:cNvPicPr>
            <a:picLocks noChangeAspect="1"/>
          </p:cNvPicPr>
          <p:nvPr userDrawn="1"/>
        </p:nvPicPr>
        <p:blipFill>
          <a:blip r:embed="rId7"/>
          <a:stretch>
            <a:fillRect/>
          </a:stretch>
        </p:blipFill>
        <p:spPr>
          <a:xfrm>
            <a:off x="2251212" y="4832123"/>
            <a:ext cx="475552" cy="176762"/>
          </a:xfrm>
          <a:prstGeom prst="rect">
            <a:avLst/>
          </a:prstGeom>
        </p:spPr>
      </p:pic>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540000" y="6433200"/>
            <a:ext cx="2743200" cy="180000"/>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7BBD34-DD59-49E1-9776-D67684F06344}" type="datetime4">
              <a:rPr lang="en-GB" smtClean="0"/>
              <a:pPr/>
              <a:t>02 June 2026</a:t>
            </a:fld>
            <a:endParaRPr lang="en-GB"/>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4038600" y="6433200"/>
            <a:ext cx="4114800" cy="180000"/>
          </a:xfrm>
          <a:prstGeom prst="rect">
            <a:avLst/>
          </a:prstGeom>
        </p:spPr>
        <p:txBody>
          <a:bodyPr vert="horz" lIns="0" tIns="0" rIns="0" bIns="0" rtlCol="0" anchor="b" anchorCtr="0"/>
          <a:lstStyle>
            <a:defPPr>
              <a:defRPr lang="en-US"/>
            </a:defPPr>
            <a:lvl1pPr marL="0" algn="ct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11313553" y="6433200"/>
            <a:ext cx="335521" cy="180000"/>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a:t>
            </a:fld>
            <a:endParaRPr lang="en-GB"/>
          </a:p>
        </p:txBody>
      </p:sp>
      <p:pic>
        <p:nvPicPr>
          <p:cNvPr id="6" name="Picture 2">
            <a:extLst>
              <a:ext uri="{FF2B5EF4-FFF2-40B4-BE49-F238E27FC236}">
                <a16:creationId xmlns:a16="http://schemas.microsoft.com/office/drawing/2014/main" id="{06599777-CEE9-4330-8A6A-3069D39183B6}"/>
              </a:ext>
            </a:extLst>
          </p:cNvPr>
          <p:cNvPicPr>
            <a:picLocks noChangeAspect="1"/>
          </p:cNvPicPr>
          <p:nvPr userDrawn="1"/>
        </p:nvPicPr>
        <p:blipFill>
          <a:blip r:embed="rId8"/>
          <a:stretch>
            <a:fillRect/>
          </a:stretch>
        </p:blipFill>
        <p:spPr>
          <a:xfrm>
            <a:off x="2251212" y="3134689"/>
            <a:ext cx="257210" cy="285714"/>
          </a:xfrm>
          <a:prstGeom prst="rect">
            <a:avLst/>
          </a:prstGeom>
        </p:spPr>
      </p:pic>
      <p:pic>
        <p:nvPicPr>
          <p:cNvPr id="9" name="Picture 33">
            <a:extLst>
              <a:ext uri="{FF2B5EF4-FFF2-40B4-BE49-F238E27FC236}">
                <a16:creationId xmlns:a16="http://schemas.microsoft.com/office/drawing/2014/main" id="{B03E872F-21DD-423D-B6DE-4945F155FB87}"/>
              </a:ext>
            </a:extLst>
          </p:cNvPr>
          <p:cNvPicPr>
            <a:picLocks noChangeAspect="1"/>
          </p:cNvPicPr>
          <p:nvPr userDrawn="1"/>
        </p:nvPicPr>
        <p:blipFill rotWithShape="1">
          <a:blip r:embed="rId9"/>
          <a:srcRect l="3901" t="45142" r="62601" b="9046"/>
          <a:stretch/>
        </p:blipFill>
        <p:spPr>
          <a:xfrm>
            <a:off x="5245589" y="3691782"/>
            <a:ext cx="341293" cy="321707"/>
          </a:xfrm>
          <a:prstGeom prst="rect">
            <a:avLst/>
          </a:prstGeom>
        </p:spPr>
      </p:pic>
      <p:sp>
        <p:nvSpPr>
          <p:cNvPr id="28" name="Text Box 3">
            <a:extLst>
              <a:ext uri="{FF2B5EF4-FFF2-40B4-BE49-F238E27FC236}">
                <a16:creationId xmlns:a16="http://schemas.microsoft.com/office/drawing/2014/main" id="{DDCB523A-48A3-4250-B4C1-AF02601BB1BD}"/>
              </a:ext>
            </a:extLst>
          </p:cNvPr>
          <p:cNvSpPr txBox="1">
            <a:spLocks noChangeArrowheads="1"/>
          </p:cNvSpPr>
          <p:nvPr userDrawn="1"/>
        </p:nvSpPr>
        <p:spPr bwMode="auto">
          <a:xfrm>
            <a:off x="9082088" y="1142616"/>
            <a:ext cx="2239735"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00000"/>
              </a:lnSpc>
              <a:spcAft>
                <a:spcPts val="600"/>
              </a:spcAft>
              <a:defRPr/>
            </a:pPr>
            <a:r>
              <a:rPr lang="en-GB" altLang="da-DK" sz="1200" b="0" noProof="1">
                <a:solidFill>
                  <a:srgbClr val="000000"/>
                </a:solidFill>
                <a:latin typeface="+mn-lt"/>
                <a:cs typeface="Arial" panose="020B0604020202020204" pitchFamily="34" charset="0"/>
              </a:rPr>
              <a:t>COPY/PASTE CONTENT</a:t>
            </a: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When copying old content to your new presentation, 2 options are available: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1. Best practice: </a:t>
            </a:r>
            <a:r>
              <a:rPr lang="en-GB" altLang="da-DK" sz="900" b="0" noProof="1">
                <a:solidFill>
                  <a:srgbClr val="000000"/>
                </a:solidFill>
                <a:latin typeface="+mn-lt"/>
                <a:cs typeface="Arial" panose="020B0604020202020204" pitchFamily="34" charset="0"/>
              </a:rPr>
              <a:t>Create a slide in your new presentation and copy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piece of content at a time (e.g. copy all text from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textbox)</a:t>
            </a:r>
            <a:endParaRPr lang="en-GB" altLang="da-DK" sz="900" b="1" i="0" u="sng"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2. </a:t>
            </a:r>
            <a:r>
              <a:rPr lang="en-GB" altLang="da-DK" sz="900" b="0" noProof="1">
                <a:solidFill>
                  <a:srgbClr val="000000"/>
                </a:solidFill>
                <a:latin typeface="+mn-lt"/>
                <a:cs typeface="Arial" panose="020B0604020202020204" pitchFamily="34" charset="0"/>
              </a:rPr>
              <a:t>Or copy an entire slide into your new presentation and then choose a fitting layout. When presentation is done, open an empty presentation (press Ctrl+N). Copy all slides from presentation, paste them into empty one. This will ensure that there are no extra layouts</a:t>
            </a:r>
          </a:p>
          <a:p>
            <a:pPr eaLnBrk="1" hangingPunct="1">
              <a:lnSpc>
                <a:spcPct val="100000"/>
              </a:lnSpc>
              <a:spcAft>
                <a:spcPts val="600"/>
              </a:spcAft>
              <a:defRPr/>
            </a:pPr>
            <a:endParaRPr lang="en-GB" altLang="da-DK" sz="900" b="0" noProof="1">
              <a:solidFill>
                <a:srgbClr val="000000"/>
              </a:solidFill>
              <a:latin typeface="+mn-lt"/>
              <a:cs typeface="Arial" panose="020B0604020202020204" pitchFamily="34" charset="0"/>
            </a:endParaRPr>
          </a:p>
        </p:txBody>
      </p:sp>
      <p:grpSp>
        <p:nvGrpSpPr>
          <p:cNvPr id="13" name="Group 12">
            <a:extLst>
              <a:ext uri="{FF2B5EF4-FFF2-40B4-BE49-F238E27FC236}">
                <a16:creationId xmlns:a16="http://schemas.microsoft.com/office/drawing/2014/main" id="{E066EECC-2461-0C49-FFE7-C164DD64926E}"/>
              </a:ext>
            </a:extLst>
          </p:cNvPr>
          <p:cNvGrpSpPr/>
          <p:nvPr userDrawn="1"/>
        </p:nvGrpSpPr>
        <p:grpSpPr>
          <a:xfrm>
            <a:off x="6251270" y="4056806"/>
            <a:ext cx="1322734" cy="2015520"/>
            <a:chOff x="6199540" y="4122121"/>
            <a:chExt cx="1322734" cy="2015520"/>
          </a:xfrm>
        </p:grpSpPr>
        <p:pic>
          <p:nvPicPr>
            <p:cNvPr id="12" name="Picture 11">
              <a:extLst>
                <a:ext uri="{FF2B5EF4-FFF2-40B4-BE49-F238E27FC236}">
                  <a16:creationId xmlns:a16="http://schemas.microsoft.com/office/drawing/2014/main" id="{BDFE5DB9-990F-7667-F2A7-10A554709507}"/>
                </a:ext>
              </a:extLst>
            </p:cNvPr>
            <p:cNvPicPr>
              <a:picLocks noChangeAspect="1"/>
            </p:cNvPicPr>
            <p:nvPr userDrawn="1"/>
          </p:nvPicPr>
          <p:blipFill>
            <a:blip r:embed="rId10"/>
            <a:stretch>
              <a:fillRect/>
            </a:stretch>
          </p:blipFill>
          <p:spPr>
            <a:xfrm>
              <a:off x="6221970" y="4122121"/>
              <a:ext cx="1265349" cy="2015520"/>
            </a:xfrm>
            <a:prstGeom prst="rect">
              <a:avLst/>
            </a:prstGeom>
          </p:spPr>
        </p:pic>
        <p:sp>
          <p:nvSpPr>
            <p:cNvPr id="32" name="Rectangle 31">
              <a:extLst>
                <a:ext uri="{FF2B5EF4-FFF2-40B4-BE49-F238E27FC236}">
                  <a16:creationId xmlns:a16="http://schemas.microsoft.com/office/drawing/2014/main" id="{B67F39F8-AFAA-4F1A-823C-3AD53FA01A6C}"/>
                </a:ext>
              </a:extLst>
            </p:cNvPr>
            <p:cNvSpPr/>
            <p:nvPr userDrawn="1"/>
          </p:nvSpPr>
          <p:spPr>
            <a:xfrm>
              <a:off x="6199540" y="4135123"/>
              <a:ext cx="1322734" cy="32246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796" err="1"/>
            </a:p>
          </p:txBody>
        </p:sp>
        <p:grpSp>
          <p:nvGrpSpPr>
            <p:cNvPr id="16" name="Group 15">
              <a:extLst>
                <a:ext uri="{FF2B5EF4-FFF2-40B4-BE49-F238E27FC236}">
                  <a16:creationId xmlns:a16="http://schemas.microsoft.com/office/drawing/2014/main" id="{71F8064C-EA32-2695-A62E-0FD19E6488D2}"/>
                </a:ext>
              </a:extLst>
            </p:cNvPr>
            <p:cNvGrpSpPr/>
            <p:nvPr userDrawn="1"/>
          </p:nvGrpSpPr>
          <p:grpSpPr>
            <a:xfrm>
              <a:off x="6264683" y="4489006"/>
              <a:ext cx="1227581" cy="430507"/>
              <a:chOff x="9633073" y="4865213"/>
              <a:chExt cx="1340678" cy="543868"/>
            </a:xfrm>
          </p:grpSpPr>
          <p:cxnSp>
            <p:nvCxnSpPr>
              <p:cNvPr id="33" name="Straight Connector 32">
                <a:extLst>
                  <a:ext uri="{FF2B5EF4-FFF2-40B4-BE49-F238E27FC236}">
                    <a16:creationId xmlns:a16="http://schemas.microsoft.com/office/drawing/2014/main" id="{275A4E6E-E1F4-43FD-B8CF-26E4922501BE}"/>
                  </a:ext>
                </a:extLst>
              </p:cNvPr>
              <p:cNvCxnSpPr>
                <a:cxnSpLocks/>
              </p:cNvCxnSpPr>
              <p:nvPr userDrawn="1"/>
            </p:nvCxnSpPr>
            <p:spPr>
              <a:xfrm>
                <a:off x="9633073" y="4865213"/>
                <a:ext cx="1340678" cy="54386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1D1501F-27A0-4700-9931-9C3FAB584CBF}"/>
                  </a:ext>
                </a:extLst>
              </p:cNvPr>
              <p:cNvCxnSpPr>
                <a:cxnSpLocks/>
              </p:cNvCxnSpPr>
              <p:nvPr userDrawn="1"/>
            </p:nvCxnSpPr>
            <p:spPr>
              <a:xfrm flipV="1">
                <a:off x="9638376" y="4871464"/>
                <a:ext cx="1325413" cy="53761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A5D02872-5612-DE62-3C76-69A4C63D6028}"/>
                </a:ext>
              </a:extLst>
            </p:cNvPr>
            <p:cNvGrpSpPr/>
            <p:nvPr userDrawn="1"/>
          </p:nvGrpSpPr>
          <p:grpSpPr>
            <a:xfrm>
              <a:off x="6272862" y="5981737"/>
              <a:ext cx="1210972" cy="131714"/>
              <a:chOff x="9641250" y="5721348"/>
              <a:chExt cx="1322539" cy="131714"/>
            </a:xfrm>
          </p:grpSpPr>
          <p:cxnSp>
            <p:nvCxnSpPr>
              <p:cNvPr id="35" name="Straight Connector 34">
                <a:extLst>
                  <a:ext uri="{FF2B5EF4-FFF2-40B4-BE49-F238E27FC236}">
                    <a16:creationId xmlns:a16="http://schemas.microsoft.com/office/drawing/2014/main" id="{3B373B96-DCE8-4A3E-B352-6213002B76DB}"/>
                  </a:ext>
                </a:extLst>
              </p:cNvPr>
              <p:cNvCxnSpPr>
                <a:cxnSpLocks/>
              </p:cNvCxnSpPr>
              <p:nvPr userDrawn="1"/>
            </p:nvCxnSpPr>
            <p:spPr>
              <a:xfrm>
                <a:off x="9644154" y="5721348"/>
                <a:ext cx="1319634" cy="13171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1E09DDC-6C4A-434B-BFC0-03680F334496}"/>
                  </a:ext>
                </a:extLst>
              </p:cNvPr>
              <p:cNvCxnSpPr>
                <a:cxnSpLocks/>
              </p:cNvCxnSpPr>
              <p:nvPr userDrawn="1"/>
            </p:nvCxnSpPr>
            <p:spPr>
              <a:xfrm flipV="1">
                <a:off x="9641250" y="5721349"/>
                <a:ext cx="1322539" cy="13171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8" name="Rectangle 17">
              <a:extLst>
                <a:ext uri="{FF2B5EF4-FFF2-40B4-BE49-F238E27FC236}">
                  <a16:creationId xmlns:a16="http://schemas.microsoft.com/office/drawing/2014/main" id="{7D6A5B63-704C-D12A-FEDD-DDC178A0A966}"/>
                </a:ext>
              </a:extLst>
            </p:cNvPr>
            <p:cNvSpPr/>
            <p:nvPr userDrawn="1"/>
          </p:nvSpPr>
          <p:spPr>
            <a:xfrm>
              <a:off x="6199540" y="5068106"/>
              <a:ext cx="1322734" cy="78405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796" err="1"/>
            </a:p>
          </p:txBody>
        </p:sp>
      </p:grpSp>
      <p:pic>
        <p:nvPicPr>
          <p:cNvPr id="37" name="Picture 36">
            <a:extLst>
              <a:ext uri="{FF2B5EF4-FFF2-40B4-BE49-F238E27FC236}">
                <a16:creationId xmlns:a16="http://schemas.microsoft.com/office/drawing/2014/main" id="{B7425079-9463-D918-BC58-9BB2E4C1F1F7}"/>
              </a:ext>
            </a:extLst>
          </p:cNvPr>
          <p:cNvPicPr>
            <a:picLocks noChangeAspect="1"/>
          </p:cNvPicPr>
          <p:nvPr userDrawn="1"/>
        </p:nvPicPr>
        <p:blipFill>
          <a:blip r:embed="rId11"/>
          <a:stretch>
            <a:fillRect/>
          </a:stretch>
        </p:blipFill>
        <p:spPr>
          <a:xfrm>
            <a:off x="5207406" y="2480919"/>
            <a:ext cx="417662" cy="410818"/>
          </a:xfrm>
          <a:prstGeom prst="rect">
            <a:avLst/>
          </a:prstGeom>
        </p:spPr>
      </p:pic>
      <p:pic>
        <p:nvPicPr>
          <p:cNvPr id="27" name="Picture 26">
            <a:extLst>
              <a:ext uri="{FF2B5EF4-FFF2-40B4-BE49-F238E27FC236}">
                <a16:creationId xmlns:a16="http://schemas.microsoft.com/office/drawing/2014/main" id="{875D611D-0D6D-59ED-1752-C7417ADF4A76}"/>
              </a:ext>
            </a:extLst>
          </p:cNvPr>
          <p:cNvPicPr>
            <a:picLocks noChangeAspect="1"/>
          </p:cNvPicPr>
          <p:nvPr userDrawn="1"/>
        </p:nvPicPr>
        <p:blipFill>
          <a:blip r:embed="rId12"/>
          <a:stretch>
            <a:fillRect/>
          </a:stretch>
        </p:blipFill>
        <p:spPr>
          <a:xfrm>
            <a:off x="5229878" y="1718612"/>
            <a:ext cx="372718" cy="501344"/>
          </a:xfrm>
          <a:prstGeom prst="rect">
            <a:avLst/>
          </a:prstGeom>
        </p:spPr>
      </p:pic>
      <p:sp>
        <p:nvSpPr>
          <p:cNvPr id="15" name="TextBox 14">
            <a:extLst>
              <a:ext uri="{FF2B5EF4-FFF2-40B4-BE49-F238E27FC236}">
                <a16:creationId xmlns:a16="http://schemas.microsoft.com/office/drawing/2014/main" id="{7801A068-E3DD-7FA1-3B63-14C6C3EFB0AB}"/>
              </a:ext>
            </a:extLst>
          </p:cNvPr>
          <p:cNvSpPr txBox="1"/>
          <p:nvPr userDrawn="1"/>
        </p:nvSpPr>
        <p:spPr>
          <a:xfrm>
            <a:off x="504001" y="309985"/>
            <a:ext cx="5560809" cy="193899"/>
          </a:xfrm>
          <a:prstGeom prst="rect">
            <a:avLst/>
          </a:prstGeom>
          <a:noFill/>
        </p:spPr>
        <p:txBody>
          <a:bodyPr wrap="square" lIns="0" tIns="0" rIns="0" bIns="0" rtlCol="0">
            <a:spAutoFit/>
          </a:bodyPr>
          <a:lstStyle/>
          <a:p>
            <a:pPr>
              <a:lnSpc>
                <a:spcPct val="90000"/>
              </a:lnSpc>
            </a:pPr>
            <a:r>
              <a:rPr lang="en-GB" sz="1400">
                <a:latin typeface="72 Brand" panose="020B0504030603020204" pitchFamily="34" charset="0"/>
              </a:rPr>
              <a:t>Delete this slide after reading</a:t>
            </a:r>
          </a:p>
        </p:txBody>
      </p:sp>
      <p:cxnSp>
        <p:nvCxnSpPr>
          <p:cNvPr id="30" name="Straight Connector 29">
            <a:extLst>
              <a:ext uri="{FF2B5EF4-FFF2-40B4-BE49-F238E27FC236}">
                <a16:creationId xmlns:a16="http://schemas.microsoft.com/office/drawing/2014/main" id="{B0FFC81C-DE75-1214-530C-10EC7C6CE1D9}"/>
              </a:ext>
            </a:extLst>
          </p:cNvPr>
          <p:cNvCxnSpPr/>
          <p:nvPr userDrawn="1"/>
        </p:nvCxnSpPr>
        <p:spPr>
          <a:xfrm>
            <a:off x="2863780"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8E604B8-AFBB-5795-1B7C-568E9E9D9EF4}"/>
              </a:ext>
            </a:extLst>
          </p:cNvPr>
          <p:cNvCxnSpPr/>
          <p:nvPr userDrawn="1"/>
        </p:nvCxnSpPr>
        <p:spPr>
          <a:xfrm>
            <a:off x="5970588"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2DB3B3D-C6F0-D7B9-3B2E-EFBC939A7A54}"/>
              </a:ext>
            </a:extLst>
          </p:cNvPr>
          <p:cNvCxnSpPr/>
          <p:nvPr userDrawn="1"/>
        </p:nvCxnSpPr>
        <p:spPr>
          <a:xfrm>
            <a:off x="8829781"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C95C9E5E-6280-581F-FC2E-BF17F0A6F2DE}"/>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a:t>
            </a:r>
          </a:p>
        </p:txBody>
      </p:sp>
      <p:sp>
        <p:nvSpPr>
          <p:cNvPr id="49" name="Slide number">
            <a:extLst>
              <a:ext uri="{FF2B5EF4-FFF2-40B4-BE49-F238E27FC236}">
                <a16:creationId xmlns:a16="http://schemas.microsoft.com/office/drawing/2014/main" id="{08E6B7AB-6B75-1AD1-90E9-9F668FFE5B7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pic>
        <p:nvPicPr>
          <p:cNvPr id="50" name="Picture 49">
            <a:extLst>
              <a:ext uri="{FF2B5EF4-FFF2-40B4-BE49-F238E27FC236}">
                <a16:creationId xmlns:a16="http://schemas.microsoft.com/office/drawing/2014/main" id="{E41DC4AD-29D6-BA7E-0AC2-2D78A458DFDB}"/>
              </a:ext>
            </a:extLst>
          </p:cNvPr>
          <p:cNvPicPr>
            <a:picLocks noChangeAspect="1"/>
          </p:cNvPicPr>
          <p:nvPr userDrawn="1"/>
        </p:nvPicPr>
        <p:blipFill>
          <a:blip r:embed="rId13"/>
          <a:stretch>
            <a:fillRect/>
          </a:stretch>
        </p:blipFill>
        <p:spPr>
          <a:xfrm>
            <a:off x="9082088" y="6085528"/>
            <a:ext cx="2606884" cy="267647"/>
          </a:xfrm>
          <a:prstGeom prst="rect">
            <a:avLst/>
          </a:prstGeom>
        </p:spPr>
      </p:pic>
    </p:spTree>
    <p:extLst>
      <p:ext uri="{BB962C8B-B14F-4D97-AF65-F5344CB8AC3E}">
        <p14:creationId xmlns:p14="http://schemas.microsoft.com/office/powerpoint/2010/main" val="40021088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User guide SAP BRAND SITE">
    <p:spTree>
      <p:nvGrpSpPr>
        <p:cNvPr id="1" name=""/>
        <p:cNvGrpSpPr/>
        <p:nvPr/>
      </p:nvGrpSpPr>
      <p:grpSpPr>
        <a:xfrm>
          <a:off x="0" y="0"/>
          <a:ext cx="0" cy="0"/>
          <a:chOff x="0" y="0"/>
          <a:chExt cx="0" cy="0"/>
        </a:xfrm>
      </p:grpSpPr>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540000" y="6433200"/>
            <a:ext cx="2743200" cy="180000"/>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7BBD34-DD59-49E1-9776-D67684F06344}" type="datetime4">
              <a:rPr lang="en-GB" smtClean="0"/>
              <a:pPr/>
              <a:t>02 June 2026</a:t>
            </a:fld>
            <a:endParaRPr lang="en-GB"/>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4038600" y="6433200"/>
            <a:ext cx="4114800" cy="180000"/>
          </a:xfrm>
          <a:prstGeom prst="rect">
            <a:avLst/>
          </a:prstGeom>
        </p:spPr>
        <p:txBody>
          <a:bodyPr vert="horz" lIns="0" tIns="0" rIns="0" bIns="0" rtlCol="0" anchor="b" anchorCtr="0"/>
          <a:lstStyle>
            <a:defPPr>
              <a:defRPr lang="en-US"/>
            </a:defPPr>
            <a:lvl1pPr marL="0" algn="ct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11313553" y="6433200"/>
            <a:ext cx="335521" cy="180000"/>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a:t>
            </a:fld>
            <a:endParaRPr lang="en-GB"/>
          </a:p>
        </p:txBody>
      </p:sp>
      <p:sp>
        <p:nvSpPr>
          <p:cNvPr id="15" name="TextBox 14">
            <a:extLst>
              <a:ext uri="{FF2B5EF4-FFF2-40B4-BE49-F238E27FC236}">
                <a16:creationId xmlns:a16="http://schemas.microsoft.com/office/drawing/2014/main" id="{7801A068-E3DD-7FA1-3B63-14C6C3EFB0AB}"/>
              </a:ext>
            </a:extLst>
          </p:cNvPr>
          <p:cNvSpPr txBox="1"/>
          <p:nvPr userDrawn="1"/>
        </p:nvSpPr>
        <p:spPr>
          <a:xfrm>
            <a:off x="504001" y="309985"/>
            <a:ext cx="5560809" cy="193899"/>
          </a:xfrm>
          <a:prstGeom prst="rect">
            <a:avLst/>
          </a:prstGeom>
          <a:noFill/>
        </p:spPr>
        <p:txBody>
          <a:bodyPr wrap="square" lIns="0" tIns="0" rIns="0" bIns="0" rtlCol="0">
            <a:spAutoFit/>
          </a:bodyPr>
          <a:lstStyle/>
          <a:p>
            <a:pPr>
              <a:lnSpc>
                <a:spcPct val="90000"/>
              </a:lnSpc>
            </a:pPr>
            <a:r>
              <a:rPr lang="en-GB" sz="1400">
                <a:latin typeface="72 Brand" panose="020B0504030603020204" pitchFamily="34" charset="0"/>
              </a:rPr>
              <a:t>Delete this slide after reading</a:t>
            </a:r>
          </a:p>
        </p:txBody>
      </p:sp>
      <p:sp>
        <p:nvSpPr>
          <p:cNvPr id="48" name="TextBox 47">
            <a:extLst>
              <a:ext uri="{FF2B5EF4-FFF2-40B4-BE49-F238E27FC236}">
                <a16:creationId xmlns:a16="http://schemas.microsoft.com/office/drawing/2014/main" id="{C95C9E5E-6280-581F-FC2E-BF17F0A6F2DE}"/>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 – SAP brand site</a:t>
            </a:r>
          </a:p>
        </p:txBody>
      </p:sp>
      <p:sp>
        <p:nvSpPr>
          <p:cNvPr id="49" name="Slide number">
            <a:extLst>
              <a:ext uri="{FF2B5EF4-FFF2-40B4-BE49-F238E27FC236}">
                <a16:creationId xmlns:a16="http://schemas.microsoft.com/office/drawing/2014/main" id="{08E6B7AB-6B75-1AD1-90E9-9F668FFE5B7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2" name="TextBox 1">
            <a:extLst>
              <a:ext uri="{FF2B5EF4-FFF2-40B4-BE49-F238E27FC236}">
                <a16:creationId xmlns:a16="http://schemas.microsoft.com/office/drawing/2014/main" id="{36943137-62A8-B3EC-D111-2BA192EF3065}"/>
              </a:ext>
            </a:extLst>
          </p:cNvPr>
          <p:cNvSpPr txBox="1"/>
          <p:nvPr userDrawn="1"/>
        </p:nvSpPr>
        <p:spPr>
          <a:xfrm>
            <a:off x="3375642" y="2402037"/>
            <a:ext cx="2607498" cy="1477328"/>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Download and request licensed and approved photographs, videos, pictograms, icons, and sounds for use in SAP assets</a:t>
            </a:r>
          </a:p>
        </p:txBody>
      </p:sp>
      <p:sp>
        <p:nvSpPr>
          <p:cNvPr id="3" name="TextBox 2">
            <a:extLst>
              <a:ext uri="{FF2B5EF4-FFF2-40B4-BE49-F238E27FC236}">
                <a16:creationId xmlns:a16="http://schemas.microsoft.com/office/drawing/2014/main" id="{82C7D176-86E4-BAA4-EAFA-777197DB11FB}"/>
              </a:ext>
            </a:extLst>
          </p:cNvPr>
          <p:cNvSpPr txBox="1"/>
          <p:nvPr userDrawn="1"/>
        </p:nvSpPr>
        <p:spPr>
          <a:xfrm>
            <a:off x="4066177" y="1881656"/>
            <a:ext cx="1296830"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Media Library</a:t>
            </a:r>
          </a:p>
        </p:txBody>
      </p:sp>
      <p:sp>
        <p:nvSpPr>
          <p:cNvPr id="4" name="TextBox 3">
            <a:extLst>
              <a:ext uri="{FF2B5EF4-FFF2-40B4-BE49-F238E27FC236}">
                <a16:creationId xmlns:a16="http://schemas.microsoft.com/office/drawing/2014/main" id="{9FB243CE-B0B3-55AC-0615-A3583693E365}"/>
              </a:ext>
            </a:extLst>
          </p:cNvPr>
          <p:cNvSpPr txBox="1"/>
          <p:nvPr userDrawn="1"/>
        </p:nvSpPr>
        <p:spPr>
          <a:xfrm>
            <a:off x="1198576" y="1881656"/>
            <a:ext cx="570669"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Brand</a:t>
            </a:r>
          </a:p>
        </p:txBody>
      </p:sp>
      <p:sp>
        <p:nvSpPr>
          <p:cNvPr id="5" name="TextBox 4">
            <a:extLst>
              <a:ext uri="{FF2B5EF4-FFF2-40B4-BE49-F238E27FC236}">
                <a16:creationId xmlns:a16="http://schemas.microsoft.com/office/drawing/2014/main" id="{8366C5F3-F425-CE4C-8D95-04E9E9BDB6FD}"/>
              </a:ext>
            </a:extLst>
          </p:cNvPr>
          <p:cNvSpPr txBox="1"/>
          <p:nvPr userDrawn="1"/>
        </p:nvSpPr>
        <p:spPr>
          <a:xfrm>
            <a:off x="504001" y="2402037"/>
            <a:ext cx="2607498" cy="1231106"/>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Find information on our brand strategy, logo, colors, tone of voice, graphics, font, and photography</a:t>
            </a:r>
          </a:p>
        </p:txBody>
      </p:sp>
      <p:sp>
        <p:nvSpPr>
          <p:cNvPr id="7" name="TextBox 6">
            <a:extLst>
              <a:ext uri="{FF2B5EF4-FFF2-40B4-BE49-F238E27FC236}">
                <a16:creationId xmlns:a16="http://schemas.microsoft.com/office/drawing/2014/main" id="{1FCF45A1-A43E-037C-50A7-9B62EBFB00BA}"/>
              </a:ext>
            </a:extLst>
          </p:cNvPr>
          <p:cNvSpPr txBox="1"/>
          <p:nvPr userDrawn="1"/>
        </p:nvSpPr>
        <p:spPr>
          <a:xfrm>
            <a:off x="6245122" y="2380971"/>
            <a:ext cx="2607498" cy="1969770"/>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Learn how we name our offerings, review the naming process, and guidelines</a:t>
            </a:r>
          </a:p>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Request a name</a:t>
            </a:r>
          </a:p>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Search for approved names in real time</a:t>
            </a:r>
            <a:endParaRPr lang="en-US" sz="1600" kern="0">
              <a:latin typeface="72 Brand" panose="020B0504030603020204" pitchFamily="34" charset="0"/>
              <a:ea typeface="Arial Unicode MS" pitchFamily="34" charset="-128"/>
              <a:cs typeface="Arial Unicode MS" pitchFamily="34" charset="-128"/>
            </a:endParaRPr>
          </a:p>
        </p:txBody>
      </p:sp>
      <p:sp>
        <p:nvSpPr>
          <p:cNvPr id="10" name="TextBox 9">
            <a:extLst>
              <a:ext uri="{FF2B5EF4-FFF2-40B4-BE49-F238E27FC236}">
                <a16:creationId xmlns:a16="http://schemas.microsoft.com/office/drawing/2014/main" id="{FE0F1F97-371F-BB20-9044-8D5885634D9A}"/>
              </a:ext>
            </a:extLst>
          </p:cNvPr>
          <p:cNvSpPr txBox="1"/>
          <p:nvPr userDrawn="1"/>
        </p:nvSpPr>
        <p:spPr>
          <a:xfrm>
            <a:off x="6914073" y="1881656"/>
            <a:ext cx="1407437"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Naming Center</a:t>
            </a:r>
          </a:p>
        </p:txBody>
      </p:sp>
      <p:sp>
        <p:nvSpPr>
          <p:cNvPr id="11" name="TextBox 10">
            <a:extLst>
              <a:ext uri="{FF2B5EF4-FFF2-40B4-BE49-F238E27FC236}">
                <a16:creationId xmlns:a16="http://schemas.microsoft.com/office/drawing/2014/main" id="{FA279038-CDF3-3E09-8F1B-8E1CB8249534}"/>
              </a:ext>
            </a:extLst>
          </p:cNvPr>
          <p:cNvSpPr txBox="1"/>
          <p:nvPr userDrawn="1"/>
        </p:nvSpPr>
        <p:spPr>
          <a:xfrm>
            <a:off x="9770347" y="1881656"/>
            <a:ext cx="1572546"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Writing Assistant</a:t>
            </a:r>
          </a:p>
        </p:txBody>
      </p:sp>
      <p:sp>
        <p:nvSpPr>
          <p:cNvPr id="14" name="TextBox 13">
            <a:extLst>
              <a:ext uri="{FF2B5EF4-FFF2-40B4-BE49-F238E27FC236}">
                <a16:creationId xmlns:a16="http://schemas.microsoft.com/office/drawing/2014/main" id="{106834DC-FA81-04FD-71E7-2A06BCC314CA}"/>
              </a:ext>
            </a:extLst>
          </p:cNvPr>
          <p:cNvSpPr txBox="1"/>
          <p:nvPr userDrawn="1"/>
        </p:nvSpPr>
        <p:spPr>
          <a:xfrm>
            <a:off x="9082852" y="2402037"/>
            <a:ext cx="2607498" cy="1231106"/>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Copy and paste text </a:t>
            </a:r>
            <a:br>
              <a:rPr lang="en-US" sz="1600">
                <a:latin typeface="72 Brand" panose="020B0504030603020204" pitchFamily="34" charset="0"/>
              </a:rPr>
            </a:br>
            <a:r>
              <a:rPr lang="en-US" sz="1600">
                <a:latin typeface="72 Brand" panose="020B0504030603020204" pitchFamily="34" charset="0"/>
              </a:rPr>
              <a:t>to get instant feedback on grammar, spelling, approved names, style, and tone</a:t>
            </a:r>
          </a:p>
        </p:txBody>
      </p:sp>
      <p:pic>
        <p:nvPicPr>
          <p:cNvPr id="19" name="Grafik 6">
            <a:extLst>
              <a:ext uri="{FF2B5EF4-FFF2-40B4-BE49-F238E27FC236}">
                <a16:creationId xmlns:a16="http://schemas.microsoft.com/office/drawing/2014/main" id="{52486A61-E0EB-5E0A-0E7F-A76057F037D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4874" y="1802913"/>
            <a:ext cx="406400" cy="406400"/>
          </a:xfrm>
          <a:prstGeom prst="rect">
            <a:avLst/>
          </a:prstGeom>
        </p:spPr>
      </p:pic>
      <p:pic>
        <p:nvPicPr>
          <p:cNvPr id="24" name="Grafik 12">
            <a:extLst>
              <a:ext uri="{FF2B5EF4-FFF2-40B4-BE49-F238E27FC236}">
                <a16:creationId xmlns:a16="http://schemas.microsoft.com/office/drawing/2014/main" id="{B44DB29B-4BB4-3CE3-8DF7-1725FDBE0BA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80327" y="1802913"/>
            <a:ext cx="406400" cy="406400"/>
          </a:xfrm>
          <a:prstGeom prst="rect">
            <a:avLst/>
          </a:prstGeom>
        </p:spPr>
      </p:pic>
      <p:pic>
        <p:nvPicPr>
          <p:cNvPr id="29" name="Grafik 16">
            <a:extLst>
              <a:ext uri="{FF2B5EF4-FFF2-40B4-BE49-F238E27FC236}">
                <a16:creationId xmlns:a16="http://schemas.microsoft.com/office/drawing/2014/main" id="{3212A1EA-544F-FF7B-C47D-411B0FE581B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223096" y="1802913"/>
            <a:ext cx="406400" cy="406400"/>
          </a:xfrm>
          <a:prstGeom prst="rect">
            <a:avLst/>
          </a:prstGeom>
        </p:spPr>
      </p:pic>
      <p:pic>
        <p:nvPicPr>
          <p:cNvPr id="39" name="Grafik 24">
            <a:extLst>
              <a:ext uri="{FF2B5EF4-FFF2-40B4-BE49-F238E27FC236}">
                <a16:creationId xmlns:a16="http://schemas.microsoft.com/office/drawing/2014/main" id="{03846BE7-EFF3-71C4-7BE3-FFB1423B275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372970" y="1802913"/>
            <a:ext cx="406400" cy="406400"/>
          </a:xfrm>
          <a:prstGeom prst="rect">
            <a:avLst/>
          </a:prstGeom>
        </p:spPr>
      </p:pic>
      <p:sp>
        <p:nvSpPr>
          <p:cNvPr id="40" name="TextBox 39">
            <a:extLst>
              <a:ext uri="{FF2B5EF4-FFF2-40B4-BE49-F238E27FC236}">
                <a16:creationId xmlns:a16="http://schemas.microsoft.com/office/drawing/2014/main" id="{F3E3413D-190F-15AA-863F-0D61520E01E4}"/>
              </a:ext>
            </a:extLst>
          </p:cNvPr>
          <p:cNvSpPr txBox="1"/>
          <p:nvPr userDrawn="1"/>
        </p:nvSpPr>
        <p:spPr>
          <a:xfrm>
            <a:off x="504001" y="5422515"/>
            <a:ext cx="11202163" cy="338554"/>
          </a:xfrm>
          <a:prstGeom prst="rect">
            <a:avLst/>
          </a:prstGeom>
          <a:solidFill>
            <a:srgbClr val="0070F2"/>
          </a:solidFill>
          <a:ln w="28575">
            <a:noFill/>
          </a:ln>
        </p:spPr>
        <p:txBody>
          <a:bodyPr wrap="square">
            <a:spAutoFit/>
          </a:bodyPr>
          <a:lstStyle/>
          <a:p>
            <a:pPr algn="ctr"/>
            <a:r>
              <a:rPr kumimoji="0" lang="en-US" sz="1600" b="0" i="0" u="none" strike="noStrike" kern="1200" cap="none" spc="0" normalizeH="0" baseline="0" noProof="0">
                <a:ln>
                  <a:noFill/>
                </a:ln>
                <a:solidFill>
                  <a:schemeClr val="bg1"/>
                </a:solidFill>
                <a:effectLst/>
                <a:uLnTx/>
                <a:uFillTx/>
                <a:latin typeface="72 Brand Medium" panose="020B0504030603020204" pitchFamily="34" charset="0"/>
                <a:ea typeface="+mj-ea"/>
                <a:cs typeface="+mj-cs"/>
              </a:rPr>
              <a:t>The SAP Brand site has all of the resources you need to bring our brand to life! </a:t>
            </a:r>
            <a:endParaRPr lang="en-DE" sz="1600">
              <a:solidFill>
                <a:schemeClr val="bg1"/>
              </a:solidFill>
              <a:latin typeface="+mj-lt"/>
            </a:endParaRPr>
          </a:p>
        </p:txBody>
      </p:sp>
      <p:sp>
        <p:nvSpPr>
          <p:cNvPr id="6" name="Rectangle 5">
            <a:extLst>
              <a:ext uri="{FF2B5EF4-FFF2-40B4-BE49-F238E27FC236}">
                <a16:creationId xmlns:a16="http://schemas.microsoft.com/office/drawing/2014/main" id="{3A73180C-291D-F405-90B9-18910307A62C}"/>
              </a:ext>
            </a:extLst>
          </p:cNvPr>
          <p:cNvSpPr/>
          <p:nvPr userDrawn="1"/>
        </p:nvSpPr>
        <p:spPr bwMode="gray">
          <a:xfrm>
            <a:off x="3362325" y="4611087"/>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6"/>
              </a:rPr>
              <a:t>Media Library</a:t>
            </a:r>
            <a:endParaRPr lang="en-US" sz="1400">
              <a:latin typeface="72 Brand" panose="020B0504030603020204" pitchFamily="34" charset="0"/>
            </a:endParaRPr>
          </a:p>
        </p:txBody>
      </p:sp>
      <p:sp>
        <p:nvSpPr>
          <p:cNvPr id="8" name="Rectangle 7">
            <a:extLst>
              <a:ext uri="{FF2B5EF4-FFF2-40B4-BE49-F238E27FC236}">
                <a16:creationId xmlns:a16="http://schemas.microsoft.com/office/drawing/2014/main" id="{AEAEA906-0573-FC48-FBB0-4BC3ACE96483}"/>
              </a:ext>
            </a:extLst>
          </p:cNvPr>
          <p:cNvSpPr/>
          <p:nvPr userDrawn="1"/>
        </p:nvSpPr>
        <p:spPr bwMode="gray">
          <a:xfrm>
            <a:off x="503238" y="4600214"/>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7"/>
              </a:rPr>
              <a:t>Brand</a:t>
            </a:r>
            <a:endParaRPr lang="en-US" sz="1400">
              <a:latin typeface="72 Brand" panose="020B0504030603020204" pitchFamily="34" charset="0"/>
            </a:endParaRPr>
          </a:p>
        </p:txBody>
      </p:sp>
      <p:sp>
        <p:nvSpPr>
          <p:cNvPr id="9" name="Rectangle 8">
            <a:extLst>
              <a:ext uri="{FF2B5EF4-FFF2-40B4-BE49-F238E27FC236}">
                <a16:creationId xmlns:a16="http://schemas.microsoft.com/office/drawing/2014/main" id="{64FD586B-C108-1309-C995-0AA9A96F0840}"/>
              </a:ext>
            </a:extLst>
          </p:cNvPr>
          <p:cNvSpPr/>
          <p:nvPr userDrawn="1"/>
        </p:nvSpPr>
        <p:spPr bwMode="gray">
          <a:xfrm>
            <a:off x="6223765" y="4591589"/>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8"/>
              </a:rPr>
              <a:t>Naming Center</a:t>
            </a:r>
            <a:endParaRPr lang="en-US" sz="1400">
              <a:latin typeface="72 Brand" panose="020B0504030603020204" pitchFamily="34" charset="0"/>
            </a:endParaRPr>
          </a:p>
        </p:txBody>
      </p:sp>
      <p:sp>
        <p:nvSpPr>
          <p:cNvPr id="12" name="Rectangle 11">
            <a:extLst>
              <a:ext uri="{FF2B5EF4-FFF2-40B4-BE49-F238E27FC236}">
                <a16:creationId xmlns:a16="http://schemas.microsoft.com/office/drawing/2014/main" id="{A32E1815-E9CD-805A-4AB9-E4EFC9E839C8}"/>
              </a:ext>
            </a:extLst>
          </p:cNvPr>
          <p:cNvSpPr/>
          <p:nvPr userDrawn="1"/>
        </p:nvSpPr>
        <p:spPr bwMode="gray">
          <a:xfrm>
            <a:off x="9079677" y="4586781"/>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9"/>
              </a:rPr>
              <a:t>Writing </a:t>
            </a:r>
            <a:r>
              <a:rPr lang="en-US" sz="1400" err="1">
                <a:latin typeface="72 Brand" panose="020B0504030603020204" pitchFamily="34" charset="0"/>
                <a:hlinkClick r:id="rId9"/>
              </a:rPr>
              <a:t>Assitant</a:t>
            </a:r>
            <a:endParaRPr lang="en-US" sz="1400">
              <a:latin typeface="72 Brand" panose="020B0504030603020204" pitchFamily="34" charset="0"/>
            </a:endParaRPr>
          </a:p>
        </p:txBody>
      </p:sp>
    </p:spTree>
    <p:extLst>
      <p:ext uri="{BB962C8B-B14F-4D97-AF65-F5344CB8AC3E}">
        <p14:creationId xmlns:p14="http://schemas.microsoft.com/office/powerpoint/2010/main" val="16707346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User guide COLOR PALETTE">
    <p:spTree>
      <p:nvGrpSpPr>
        <p:cNvPr id="1" name=""/>
        <p:cNvGrpSpPr/>
        <p:nvPr/>
      </p:nvGrpSpPr>
      <p:grpSpPr>
        <a:xfrm>
          <a:off x="0" y="0"/>
          <a:ext cx="0" cy="0"/>
          <a:chOff x="0" y="0"/>
          <a:chExt cx="0" cy="0"/>
        </a:xfrm>
      </p:grpSpPr>
      <p:sp>
        <p:nvSpPr>
          <p:cNvPr id="2" name="Freeform 63">
            <a:extLst>
              <a:ext uri="{FF2B5EF4-FFF2-40B4-BE49-F238E27FC236}">
                <a16:creationId xmlns:a16="http://schemas.microsoft.com/office/drawing/2014/main" id="{02E2A64A-8B37-7F95-C23A-C3D93C8DEC23}"/>
              </a:ext>
            </a:extLst>
          </p:cNvPr>
          <p:cNvSpPr/>
          <p:nvPr userDrawn="1"/>
        </p:nvSpPr>
        <p:spPr>
          <a:xfrm>
            <a:off x="50400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1EFFF"/>
          </a:solidFill>
          <a:ln w="0" cap="flat">
            <a:noFill/>
            <a:prstDash val="solid"/>
            <a:miter/>
          </a:ln>
        </p:spPr>
        <p:txBody>
          <a:bodyPr rtlCol="0" anchor="ctr"/>
          <a:lstStyle/>
          <a:p>
            <a:pPr algn="ctr" defTabSz="1088449"/>
            <a:r>
              <a:rPr lang="en-US" sz="1200">
                <a:solidFill>
                  <a:srgbClr val="000000"/>
                </a:solidFill>
                <a:latin typeface="72 Brand"/>
              </a:rPr>
              <a:t>Blue 2</a:t>
            </a:r>
            <a:br>
              <a:rPr lang="en-US" sz="1200">
                <a:solidFill>
                  <a:srgbClr val="000000"/>
                </a:solidFill>
                <a:latin typeface="72 Brand"/>
              </a:rPr>
            </a:br>
            <a:r>
              <a:rPr lang="en-US" sz="1200">
                <a:solidFill>
                  <a:srgbClr val="000000"/>
                </a:solidFill>
                <a:latin typeface="72 Brand"/>
              </a:rPr>
              <a:t>#D1EFFF</a:t>
            </a:r>
          </a:p>
        </p:txBody>
      </p:sp>
      <p:sp>
        <p:nvSpPr>
          <p:cNvPr id="4" name="Freeform 70">
            <a:extLst>
              <a:ext uri="{FF2B5EF4-FFF2-40B4-BE49-F238E27FC236}">
                <a16:creationId xmlns:a16="http://schemas.microsoft.com/office/drawing/2014/main" id="{1F2619C0-AA6B-F516-A35F-C9F0906EB840}"/>
              </a:ext>
            </a:extLst>
          </p:cNvPr>
          <p:cNvSpPr/>
          <p:nvPr userDrawn="1"/>
        </p:nvSpPr>
        <p:spPr>
          <a:xfrm>
            <a:off x="240516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bg2"/>
          </a:solidFill>
          <a:ln w="0" cap="flat">
            <a:noFill/>
            <a:prstDash val="solid"/>
            <a:miter/>
          </a:ln>
        </p:spPr>
        <p:txBody>
          <a:bodyPr rtlCol="0" anchor="ctr"/>
          <a:lstStyle/>
          <a:p>
            <a:pPr algn="ctr" defTabSz="1088449"/>
            <a:r>
              <a:rPr lang="en-US" sz="1200">
                <a:solidFill>
                  <a:srgbClr val="000000"/>
                </a:solidFill>
                <a:latin typeface="72 Brand"/>
              </a:rPr>
              <a:t>Blue 4</a:t>
            </a:r>
            <a:br>
              <a:rPr lang="en-US" sz="1200">
                <a:solidFill>
                  <a:srgbClr val="000000"/>
                </a:solidFill>
                <a:latin typeface="72 Brand"/>
              </a:rPr>
            </a:br>
            <a:r>
              <a:rPr lang="en-US" sz="1200">
                <a:solidFill>
                  <a:srgbClr val="000000"/>
                </a:solidFill>
                <a:latin typeface="72 Brand"/>
              </a:rPr>
              <a:t>#89D1FF</a:t>
            </a:r>
          </a:p>
        </p:txBody>
      </p:sp>
      <p:sp>
        <p:nvSpPr>
          <p:cNvPr id="5" name="Freeform 69">
            <a:extLst>
              <a:ext uri="{FF2B5EF4-FFF2-40B4-BE49-F238E27FC236}">
                <a16:creationId xmlns:a16="http://schemas.microsoft.com/office/drawing/2014/main" id="{C529F71A-E6DD-53C4-14B3-0F3BF62A05F0}"/>
              </a:ext>
            </a:extLst>
          </p:cNvPr>
          <p:cNvSpPr/>
          <p:nvPr userDrawn="1"/>
        </p:nvSpPr>
        <p:spPr>
          <a:xfrm>
            <a:off x="430632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tx2"/>
          </a:solidFill>
          <a:ln w="0" cap="flat">
            <a:noFill/>
            <a:prstDash val="solid"/>
            <a:miter/>
          </a:ln>
        </p:spPr>
        <p:txBody>
          <a:bodyPr rtlCol="0" anchor="ctr"/>
          <a:lstStyle/>
          <a:p>
            <a:pPr algn="ctr" defTabSz="1088449"/>
            <a:r>
              <a:rPr lang="en-US" sz="1200">
                <a:latin typeface="72 Brand"/>
              </a:rPr>
              <a:t>Blue 6</a:t>
            </a:r>
            <a:br>
              <a:rPr lang="en-US" sz="1200">
                <a:latin typeface="72 Brand"/>
              </a:rPr>
            </a:br>
            <a:r>
              <a:rPr lang="en-US" sz="1200">
                <a:latin typeface="72 Brand"/>
              </a:rPr>
              <a:t>#1B90FF</a:t>
            </a:r>
          </a:p>
        </p:txBody>
      </p:sp>
      <p:sp>
        <p:nvSpPr>
          <p:cNvPr id="6" name="Freeform 68">
            <a:extLst>
              <a:ext uri="{FF2B5EF4-FFF2-40B4-BE49-F238E27FC236}">
                <a16:creationId xmlns:a16="http://schemas.microsoft.com/office/drawing/2014/main" id="{9CBF79FE-F787-9301-81AD-A56220775062}"/>
              </a:ext>
            </a:extLst>
          </p:cNvPr>
          <p:cNvSpPr/>
          <p:nvPr userDrawn="1"/>
        </p:nvSpPr>
        <p:spPr>
          <a:xfrm>
            <a:off x="6227422"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70F2"/>
          </a:solidFill>
          <a:ln w="0" cap="flat">
            <a:noFill/>
            <a:prstDash val="solid"/>
            <a:miter/>
          </a:ln>
        </p:spPr>
        <p:txBody>
          <a:bodyPr rtlCol="0" anchor="ctr"/>
          <a:lstStyle/>
          <a:p>
            <a:pPr algn="ctr" defTabSz="1088449"/>
            <a:r>
              <a:rPr lang="en-US" sz="1200">
                <a:solidFill>
                  <a:srgbClr val="FFFFFF"/>
                </a:solidFill>
                <a:latin typeface="72 Brand"/>
              </a:rPr>
              <a:t>Blue 7</a:t>
            </a:r>
            <a:br>
              <a:rPr lang="en-US" sz="1200">
                <a:solidFill>
                  <a:srgbClr val="FFFFFF"/>
                </a:solidFill>
                <a:latin typeface="72 Brand"/>
              </a:rPr>
            </a:br>
            <a:r>
              <a:rPr lang="en-US" sz="1200">
                <a:solidFill>
                  <a:srgbClr val="FFFFFF"/>
                </a:solidFill>
                <a:latin typeface="72 Brand"/>
              </a:rPr>
              <a:t>#0070F2</a:t>
            </a:r>
          </a:p>
        </p:txBody>
      </p:sp>
      <p:sp>
        <p:nvSpPr>
          <p:cNvPr id="7" name="Freeform 67">
            <a:extLst>
              <a:ext uri="{FF2B5EF4-FFF2-40B4-BE49-F238E27FC236}">
                <a16:creationId xmlns:a16="http://schemas.microsoft.com/office/drawing/2014/main" id="{5BB0975A-0779-6CF9-4471-2FA97BA36738}"/>
              </a:ext>
            </a:extLst>
          </p:cNvPr>
          <p:cNvSpPr/>
          <p:nvPr userDrawn="1"/>
        </p:nvSpPr>
        <p:spPr>
          <a:xfrm>
            <a:off x="8129588" y="114018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2A86"/>
          </a:solidFill>
          <a:ln w="0" cap="flat">
            <a:noFill/>
            <a:prstDash val="solid"/>
            <a:miter/>
          </a:ln>
        </p:spPr>
        <p:txBody>
          <a:bodyPr rtlCol="0" anchor="ctr"/>
          <a:lstStyle/>
          <a:p>
            <a:pPr algn="ctr" defTabSz="1088449"/>
            <a:r>
              <a:rPr lang="en-US" sz="1200">
                <a:solidFill>
                  <a:srgbClr val="FFFFFF"/>
                </a:solidFill>
                <a:latin typeface="72 Brand"/>
              </a:rPr>
              <a:t>Blue 10</a:t>
            </a:r>
            <a:br>
              <a:rPr lang="en-US" sz="1200">
                <a:solidFill>
                  <a:srgbClr val="FFFFFF"/>
                </a:solidFill>
                <a:latin typeface="72 Brand"/>
              </a:rPr>
            </a:br>
            <a:r>
              <a:rPr lang="en-US" sz="1200">
                <a:solidFill>
                  <a:srgbClr val="FFFFFF"/>
                </a:solidFill>
                <a:latin typeface="72 Brand"/>
              </a:rPr>
              <a:t>#002A86</a:t>
            </a:r>
          </a:p>
        </p:txBody>
      </p:sp>
      <p:sp>
        <p:nvSpPr>
          <p:cNvPr id="8" name="Freeform 66">
            <a:extLst>
              <a:ext uri="{FF2B5EF4-FFF2-40B4-BE49-F238E27FC236}">
                <a16:creationId xmlns:a16="http://schemas.microsoft.com/office/drawing/2014/main" id="{4C6C152D-4698-69B9-D198-F3DD5C9473B5}"/>
              </a:ext>
            </a:extLst>
          </p:cNvPr>
          <p:cNvSpPr/>
          <p:nvPr userDrawn="1"/>
        </p:nvSpPr>
        <p:spPr>
          <a:xfrm>
            <a:off x="10050689" y="114018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144A"/>
          </a:solidFill>
          <a:ln w="0" cap="flat">
            <a:noFill/>
            <a:prstDash val="solid"/>
            <a:miter/>
          </a:ln>
        </p:spPr>
        <p:txBody>
          <a:bodyPr rtlCol="0" anchor="ctr"/>
          <a:lstStyle/>
          <a:p>
            <a:pPr algn="ctr" defTabSz="1088449"/>
            <a:r>
              <a:rPr lang="en-US" sz="1200">
                <a:solidFill>
                  <a:srgbClr val="FFFFFF"/>
                </a:solidFill>
                <a:latin typeface="72 Brand"/>
              </a:rPr>
              <a:t>Blue 11</a:t>
            </a:r>
            <a:br>
              <a:rPr lang="en-US" sz="1200">
                <a:solidFill>
                  <a:srgbClr val="FFFFFF"/>
                </a:solidFill>
                <a:latin typeface="72 Brand"/>
              </a:rPr>
            </a:br>
            <a:r>
              <a:rPr lang="en-US" sz="1200">
                <a:solidFill>
                  <a:srgbClr val="FFFFFF"/>
                </a:solidFill>
                <a:latin typeface="72 Brand"/>
              </a:rPr>
              <a:t>#00144A</a:t>
            </a:r>
          </a:p>
        </p:txBody>
      </p:sp>
      <p:sp>
        <p:nvSpPr>
          <p:cNvPr id="9" name="Freeform 1">
            <a:extLst>
              <a:ext uri="{FF2B5EF4-FFF2-40B4-BE49-F238E27FC236}">
                <a16:creationId xmlns:a16="http://schemas.microsoft.com/office/drawing/2014/main" id="{B6FD5DF5-B272-7F32-7D3F-4B4DE8830832}"/>
              </a:ext>
            </a:extLst>
          </p:cNvPr>
          <p:cNvSpPr/>
          <p:nvPr userDrawn="1"/>
        </p:nvSpPr>
        <p:spPr>
          <a:xfrm>
            <a:off x="50400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AECEE"/>
          </a:solidFill>
          <a:ln w="0" cap="flat">
            <a:noFill/>
            <a:prstDash val="solid"/>
            <a:miter/>
          </a:ln>
        </p:spPr>
        <p:txBody>
          <a:bodyPr rtlCol="0" anchor="ctr"/>
          <a:lstStyle/>
          <a:p>
            <a:pPr algn="ctr" defTabSz="1088449"/>
            <a:r>
              <a:rPr lang="en-US" sz="1200">
                <a:solidFill>
                  <a:srgbClr val="000000"/>
                </a:solidFill>
                <a:latin typeface="72 Brand"/>
              </a:rPr>
              <a:t>Grey 2</a:t>
            </a:r>
            <a:br>
              <a:rPr lang="en-US" sz="1200">
                <a:solidFill>
                  <a:srgbClr val="000000"/>
                </a:solidFill>
                <a:latin typeface="72 Brand"/>
              </a:rPr>
            </a:br>
            <a:r>
              <a:rPr lang="en-US" sz="1200">
                <a:solidFill>
                  <a:srgbClr val="000000"/>
                </a:solidFill>
                <a:latin typeface="72 Brand"/>
              </a:rPr>
              <a:t>#EAECEE</a:t>
            </a:r>
          </a:p>
        </p:txBody>
      </p:sp>
      <p:sp>
        <p:nvSpPr>
          <p:cNvPr id="10" name="Freeform 62">
            <a:extLst>
              <a:ext uri="{FF2B5EF4-FFF2-40B4-BE49-F238E27FC236}">
                <a16:creationId xmlns:a16="http://schemas.microsoft.com/office/drawing/2014/main" id="{2A5C5A51-CFBC-CA03-038B-F25ECA420C8D}"/>
              </a:ext>
            </a:extLst>
          </p:cNvPr>
          <p:cNvSpPr/>
          <p:nvPr userDrawn="1"/>
        </p:nvSpPr>
        <p:spPr>
          <a:xfrm>
            <a:off x="240516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A9B4BE"/>
          </a:solidFill>
          <a:ln w="0" cap="flat">
            <a:noFill/>
            <a:prstDash val="solid"/>
            <a:miter/>
          </a:ln>
        </p:spPr>
        <p:txBody>
          <a:bodyPr rtlCol="0" anchor="ctr"/>
          <a:lstStyle/>
          <a:p>
            <a:pPr algn="ctr" defTabSz="1088449"/>
            <a:r>
              <a:rPr lang="en-US" sz="1200">
                <a:solidFill>
                  <a:srgbClr val="000000"/>
                </a:solidFill>
                <a:latin typeface="72 Brand"/>
              </a:rPr>
              <a:t>Grey 4</a:t>
            </a:r>
            <a:br>
              <a:rPr lang="en-US" sz="1200">
                <a:solidFill>
                  <a:srgbClr val="000000"/>
                </a:solidFill>
                <a:latin typeface="72 Brand"/>
              </a:rPr>
            </a:br>
            <a:r>
              <a:rPr lang="en-US" sz="1200">
                <a:solidFill>
                  <a:srgbClr val="000000"/>
                </a:solidFill>
                <a:latin typeface="72 Brand"/>
              </a:rPr>
              <a:t>#A9B4BE</a:t>
            </a:r>
          </a:p>
        </p:txBody>
      </p:sp>
      <p:sp>
        <p:nvSpPr>
          <p:cNvPr id="11" name="Freeform 61">
            <a:extLst>
              <a:ext uri="{FF2B5EF4-FFF2-40B4-BE49-F238E27FC236}">
                <a16:creationId xmlns:a16="http://schemas.microsoft.com/office/drawing/2014/main" id="{FD45E536-EBC7-3EE1-021A-E61DE17D01EB}"/>
              </a:ext>
            </a:extLst>
          </p:cNvPr>
          <p:cNvSpPr/>
          <p:nvPr userDrawn="1"/>
        </p:nvSpPr>
        <p:spPr>
          <a:xfrm>
            <a:off x="430632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B738B"/>
          </a:solidFill>
          <a:ln w="0" cap="flat">
            <a:noFill/>
            <a:prstDash val="solid"/>
            <a:miter/>
          </a:ln>
        </p:spPr>
        <p:txBody>
          <a:bodyPr rtlCol="0" anchor="ctr"/>
          <a:lstStyle/>
          <a:p>
            <a:pPr algn="ctr" defTabSz="1088449"/>
            <a:r>
              <a:rPr lang="en-US" sz="1200">
                <a:solidFill>
                  <a:srgbClr val="FFFFFF"/>
                </a:solidFill>
                <a:latin typeface="72 Brand"/>
              </a:rPr>
              <a:t>Grey 6</a:t>
            </a:r>
            <a:br>
              <a:rPr lang="en-US" sz="1200">
                <a:solidFill>
                  <a:srgbClr val="FFFFFF"/>
                </a:solidFill>
                <a:latin typeface="72 Brand"/>
              </a:rPr>
            </a:br>
            <a:r>
              <a:rPr lang="en-US" sz="1200">
                <a:solidFill>
                  <a:srgbClr val="FFFFFF"/>
                </a:solidFill>
                <a:latin typeface="72 Brand"/>
              </a:rPr>
              <a:t>#5B738B</a:t>
            </a:r>
          </a:p>
        </p:txBody>
      </p:sp>
      <p:sp>
        <p:nvSpPr>
          <p:cNvPr id="12" name="Freeform 5">
            <a:extLst>
              <a:ext uri="{FF2B5EF4-FFF2-40B4-BE49-F238E27FC236}">
                <a16:creationId xmlns:a16="http://schemas.microsoft.com/office/drawing/2014/main" id="{791E1C1C-66AE-2057-3C91-8B50C4A75DCF}"/>
              </a:ext>
            </a:extLst>
          </p:cNvPr>
          <p:cNvSpPr/>
          <p:nvPr userDrawn="1"/>
        </p:nvSpPr>
        <p:spPr>
          <a:xfrm>
            <a:off x="6227422"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475E75"/>
          </a:solidFill>
          <a:ln w="0" cap="flat">
            <a:noFill/>
            <a:prstDash val="solid"/>
            <a:miter/>
          </a:ln>
        </p:spPr>
        <p:txBody>
          <a:bodyPr rtlCol="0" anchor="ctr"/>
          <a:lstStyle/>
          <a:p>
            <a:pPr algn="ctr" defTabSz="1088449"/>
            <a:r>
              <a:rPr lang="en-US" sz="1200">
                <a:solidFill>
                  <a:srgbClr val="FFFFFF"/>
                </a:solidFill>
                <a:latin typeface="72 Brand"/>
              </a:rPr>
              <a:t>Grey 7</a:t>
            </a:r>
            <a:br>
              <a:rPr lang="en-US" sz="1200">
                <a:solidFill>
                  <a:srgbClr val="FFFFFF"/>
                </a:solidFill>
                <a:latin typeface="72 Brand"/>
              </a:rPr>
            </a:br>
            <a:r>
              <a:rPr lang="en-US" sz="1200">
                <a:solidFill>
                  <a:srgbClr val="FFFFFF"/>
                </a:solidFill>
                <a:latin typeface="72 Brand"/>
              </a:rPr>
              <a:t>#475E75</a:t>
            </a:r>
          </a:p>
        </p:txBody>
      </p:sp>
      <p:sp>
        <p:nvSpPr>
          <p:cNvPr id="13" name="Freeform 4">
            <a:extLst>
              <a:ext uri="{FF2B5EF4-FFF2-40B4-BE49-F238E27FC236}">
                <a16:creationId xmlns:a16="http://schemas.microsoft.com/office/drawing/2014/main" id="{E588F81B-1126-0FBD-D1B7-6E42C034BA69}"/>
              </a:ext>
            </a:extLst>
          </p:cNvPr>
          <p:cNvSpPr/>
          <p:nvPr userDrawn="1"/>
        </p:nvSpPr>
        <p:spPr>
          <a:xfrm>
            <a:off x="8129588" y="1734820"/>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A2733"/>
          </a:solidFill>
          <a:ln w="0" cap="flat">
            <a:noFill/>
            <a:prstDash val="solid"/>
            <a:miter/>
          </a:ln>
        </p:spPr>
        <p:txBody>
          <a:bodyPr rtlCol="0" anchor="ctr"/>
          <a:lstStyle/>
          <a:p>
            <a:pPr algn="ctr" defTabSz="1088449"/>
            <a:r>
              <a:rPr lang="en-US" sz="1200">
                <a:solidFill>
                  <a:srgbClr val="FFFFFF"/>
                </a:solidFill>
                <a:latin typeface="72 Brand"/>
              </a:rPr>
              <a:t>Grey 10</a:t>
            </a:r>
            <a:br>
              <a:rPr lang="en-US" sz="1200">
                <a:solidFill>
                  <a:srgbClr val="FFFFFF"/>
                </a:solidFill>
                <a:latin typeface="72 Brand"/>
              </a:rPr>
            </a:br>
            <a:r>
              <a:rPr lang="en-US" sz="1200">
                <a:solidFill>
                  <a:srgbClr val="FFFFFF"/>
                </a:solidFill>
                <a:latin typeface="72 Brand"/>
              </a:rPr>
              <a:t>#1A2733</a:t>
            </a:r>
          </a:p>
        </p:txBody>
      </p:sp>
      <p:sp>
        <p:nvSpPr>
          <p:cNvPr id="14" name="Freeform 3">
            <a:extLst>
              <a:ext uri="{FF2B5EF4-FFF2-40B4-BE49-F238E27FC236}">
                <a16:creationId xmlns:a16="http://schemas.microsoft.com/office/drawing/2014/main" id="{B135EB5F-EDA8-1AEE-E89C-944D272C6FDF}"/>
              </a:ext>
            </a:extLst>
          </p:cNvPr>
          <p:cNvSpPr/>
          <p:nvPr userDrawn="1"/>
        </p:nvSpPr>
        <p:spPr>
          <a:xfrm>
            <a:off x="10050689" y="1734820"/>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2171C"/>
          </a:solidFill>
          <a:ln w="0" cap="flat">
            <a:noFill/>
            <a:prstDash val="solid"/>
            <a:miter/>
          </a:ln>
        </p:spPr>
        <p:txBody>
          <a:bodyPr rtlCol="0" anchor="ctr"/>
          <a:lstStyle/>
          <a:p>
            <a:pPr algn="ctr" defTabSz="1088449"/>
            <a:r>
              <a:rPr lang="en-US" sz="1200">
                <a:solidFill>
                  <a:srgbClr val="FFFFFF"/>
                </a:solidFill>
                <a:latin typeface="72 Brand"/>
              </a:rPr>
              <a:t>Grey 11</a:t>
            </a:r>
            <a:br>
              <a:rPr lang="en-US" sz="1200">
                <a:solidFill>
                  <a:srgbClr val="FFFFFF"/>
                </a:solidFill>
                <a:latin typeface="72 Brand"/>
              </a:rPr>
            </a:br>
            <a:r>
              <a:rPr lang="en-US" sz="1200">
                <a:solidFill>
                  <a:srgbClr val="FFFFFF"/>
                </a:solidFill>
                <a:latin typeface="72 Brand"/>
              </a:rPr>
              <a:t>#12171C</a:t>
            </a:r>
          </a:p>
        </p:txBody>
      </p:sp>
      <p:sp>
        <p:nvSpPr>
          <p:cNvPr id="15" name="Freeform 71">
            <a:extLst>
              <a:ext uri="{FF2B5EF4-FFF2-40B4-BE49-F238E27FC236}">
                <a16:creationId xmlns:a16="http://schemas.microsoft.com/office/drawing/2014/main" id="{8CA86CA8-FB25-362E-AAA0-57D65C85EE8A}"/>
              </a:ext>
            </a:extLst>
          </p:cNvPr>
          <p:cNvSpPr/>
          <p:nvPr userDrawn="1"/>
        </p:nvSpPr>
        <p:spPr>
          <a:xfrm>
            <a:off x="50400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2FCEE"/>
          </a:solidFill>
          <a:ln w="0" cap="flat">
            <a:noFill/>
            <a:prstDash val="solid"/>
            <a:miter/>
          </a:ln>
        </p:spPr>
        <p:txBody>
          <a:bodyPr rtlCol="0" anchor="ctr"/>
          <a:lstStyle/>
          <a:p>
            <a:pPr algn="ctr" defTabSz="1088449"/>
            <a:r>
              <a:rPr lang="en-US" sz="1200">
                <a:solidFill>
                  <a:srgbClr val="000000"/>
                </a:solidFill>
                <a:latin typeface="72 Brand"/>
              </a:rPr>
              <a:t>Teal 2</a:t>
            </a:r>
            <a:br>
              <a:rPr lang="en-US" sz="1200">
                <a:solidFill>
                  <a:srgbClr val="000000"/>
                </a:solidFill>
                <a:latin typeface="72 Brand"/>
              </a:rPr>
            </a:br>
            <a:r>
              <a:rPr lang="en-US" sz="1200">
                <a:solidFill>
                  <a:srgbClr val="000000"/>
                </a:solidFill>
                <a:latin typeface="72 Brand"/>
              </a:rPr>
              <a:t>#C2FCEE</a:t>
            </a:r>
          </a:p>
        </p:txBody>
      </p:sp>
      <p:sp>
        <p:nvSpPr>
          <p:cNvPr id="16" name="Freeform 76">
            <a:extLst>
              <a:ext uri="{FF2B5EF4-FFF2-40B4-BE49-F238E27FC236}">
                <a16:creationId xmlns:a16="http://schemas.microsoft.com/office/drawing/2014/main" id="{3DF36DDD-3194-0FFA-03CE-7942BFAC4F73}"/>
              </a:ext>
            </a:extLst>
          </p:cNvPr>
          <p:cNvSpPr/>
          <p:nvPr userDrawn="1"/>
        </p:nvSpPr>
        <p:spPr>
          <a:xfrm>
            <a:off x="240516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2CE0BF"/>
          </a:solidFill>
          <a:ln w="0" cap="flat">
            <a:noFill/>
            <a:prstDash val="solid"/>
            <a:miter/>
          </a:ln>
        </p:spPr>
        <p:txBody>
          <a:bodyPr rtlCol="0" anchor="ctr"/>
          <a:lstStyle/>
          <a:p>
            <a:pPr algn="ctr" defTabSz="1088449"/>
            <a:r>
              <a:rPr lang="en-US" sz="1200">
                <a:solidFill>
                  <a:srgbClr val="000000"/>
                </a:solidFill>
                <a:latin typeface="72 Brand"/>
              </a:rPr>
              <a:t>Teal 4</a:t>
            </a:r>
            <a:br>
              <a:rPr lang="en-US" sz="1200">
                <a:solidFill>
                  <a:srgbClr val="000000"/>
                </a:solidFill>
                <a:latin typeface="72 Brand"/>
              </a:rPr>
            </a:br>
            <a:r>
              <a:rPr lang="en-US" sz="1200">
                <a:solidFill>
                  <a:srgbClr val="000000"/>
                </a:solidFill>
                <a:latin typeface="72 Brand"/>
              </a:rPr>
              <a:t>#2CE0BF</a:t>
            </a:r>
          </a:p>
        </p:txBody>
      </p:sp>
      <p:sp>
        <p:nvSpPr>
          <p:cNvPr id="17" name="Freeform 75">
            <a:extLst>
              <a:ext uri="{FF2B5EF4-FFF2-40B4-BE49-F238E27FC236}">
                <a16:creationId xmlns:a16="http://schemas.microsoft.com/office/drawing/2014/main" id="{DB3A75C6-40E1-8418-08FF-2615CB58D2FB}"/>
              </a:ext>
            </a:extLst>
          </p:cNvPr>
          <p:cNvSpPr/>
          <p:nvPr userDrawn="1"/>
        </p:nvSpPr>
        <p:spPr>
          <a:xfrm>
            <a:off x="430632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2"/>
          </a:solidFill>
          <a:ln w="0" cap="flat">
            <a:noFill/>
            <a:prstDash val="solid"/>
            <a:miter/>
          </a:ln>
        </p:spPr>
        <p:txBody>
          <a:bodyPr rtlCol="0" anchor="ctr"/>
          <a:lstStyle/>
          <a:p>
            <a:pPr algn="ctr" defTabSz="1088449"/>
            <a:r>
              <a:rPr lang="en-US" sz="1200">
                <a:latin typeface="72 Brand"/>
              </a:rPr>
              <a:t>Teal 6</a:t>
            </a:r>
            <a:br>
              <a:rPr lang="en-US" sz="1200">
                <a:latin typeface="72 Brand"/>
              </a:rPr>
            </a:br>
            <a:r>
              <a:rPr lang="en-US" sz="1200">
                <a:latin typeface="72 Brand"/>
              </a:rPr>
              <a:t>#049F9A</a:t>
            </a:r>
          </a:p>
        </p:txBody>
      </p:sp>
      <p:sp>
        <p:nvSpPr>
          <p:cNvPr id="18" name="Freeform 74">
            <a:extLst>
              <a:ext uri="{FF2B5EF4-FFF2-40B4-BE49-F238E27FC236}">
                <a16:creationId xmlns:a16="http://schemas.microsoft.com/office/drawing/2014/main" id="{533C3A8A-C333-3134-26BC-8FDFA21FBFA9}"/>
              </a:ext>
            </a:extLst>
          </p:cNvPr>
          <p:cNvSpPr/>
          <p:nvPr userDrawn="1"/>
        </p:nvSpPr>
        <p:spPr>
          <a:xfrm>
            <a:off x="6227422"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7838F"/>
          </a:solidFill>
          <a:ln w="0" cap="flat">
            <a:noFill/>
            <a:prstDash val="solid"/>
            <a:miter/>
          </a:ln>
        </p:spPr>
        <p:txBody>
          <a:bodyPr rtlCol="0" anchor="ctr"/>
          <a:lstStyle/>
          <a:p>
            <a:pPr algn="ctr" defTabSz="1088449"/>
            <a:r>
              <a:rPr lang="en-US" sz="1200">
                <a:solidFill>
                  <a:srgbClr val="FFFFFF"/>
                </a:solidFill>
                <a:latin typeface="72 Brand"/>
              </a:rPr>
              <a:t>Teal 7</a:t>
            </a:r>
            <a:br>
              <a:rPr lang="en-US" sz="1200">
                <a:solidFill>
                  <a:srgbClr val="FFFFFF"/>
                </a:solidFill>
                <a:latin typeface="72 Brand"/>
              </a:rPr>
            </a:br>
            <a:r>
              <a:rPr lang="en-US" sz="1200">
                <a:solidFill>
                  <a:srgbClr val="FFFFFF"/>
                </a:solidFill>
                <a:latin typeface="72 Brand"/>
              </a:rPr>
              <a:t>#07838F</a:t>
            </a:r>
          </a:p>
        </p:txBody>
      </p:sp>
      <p:sp>
        <p:nvSpPr>
          <p:cNvPr id="19" name="Freeform 73">
            <a:extLst>
              <a:ext uri="{FF2B5EF4-FFF2-40B4-BE49-F238E27FC236}">
                <a16:creationId xmlns:a16="http://schemas.microsoft.com/office/drawing/2014/main" id="{B60C9F30-077E-14E2-CB14-97988F26E630}"/>
              </a:ext>
            </a:extLst>
          </p:cNvPr>
          <p:cNvSpPr/>
          <p:nvPr userDrawn="1"/>
        </p:nvSpPr>
        <p:spPr>
          <a:xfrm>
            <a:off x="8129588" y="2329458"/>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2414C"/>
          </a:solidFill>
          <a:ln w="0" cap="flat">
            <a:noFill/>
            <a:prstDash val="solid"/>
            <a:miter/>
          </a:ln>
        </p:spPr>
        <p:txBody>
          <a:bodyPr rtlCol="0" anchor="ctr"/>
          <a:lstStyle/>
          <a:p>
            <a:pPr algn="ctr" defTabSz="1088449"/>
            <a:r>
              <a:rPr lang="en-US" sz="1200">
                <a:solidFill>
                  <a:srgbClr val="FFFFFF"/>
                </a:solidFill>
                <a:latin typeface="72 Brand"/>
              </a:rPr>
              <a:t>Teal 10</a:t>
            </a:r>
            <a:br>
              <a:rPr lang="en-US" sz="1200">
                <a:solidFill>
                  <a:srgbClr val="FFFFFF"/>
                </a:solidFill>
                <a:latin typeface="72 Brand"/>
              </a:rPr>
            </a:br>
            <a:r>
              <a:rPr lang="en-US" sz="1200">
                <a:solidFill>
                  <a:srgbClr val="FFFFFF"/>
                </a:solidFill>
                <a:latin typeface="72 Brand"/>
              </a:rPr>
              <a:t>#02414C</a:t>
            </a:r>
          </a:p>
        </p:txBody>
      </p:sp>
      <p:sp>
        <p:nvSpPr>
          <p:cNvPr id="20" name="Freeform 72">
            <a:extLst>
              <a:ext uri="{FF2B5EF4-FFF2-40B4-BE49-F238E27FC236}">
                <a16:creationId xmlns:a16="http://schemas.microsoft.com/office/drawing/2014/main" id="{85E1218C-9B56-A04B-B32B-BF5584E7EB24}"/>
              </a:ext>
            </a:extLst>
          </p:cNvPr>
          <p:cNvSpPr/>
          <p:nvPr userDrawn="1"/>
        </p:nvSpPr>
        <p:spPr>
          <a:xfrm>
            <a:off x="10050689" y="2329458"/>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12931"/>
          </a:solidFill>
          <a:ln w="0" cap="flat">
            <a:noFill/>
            <a:prstDash val="solid"/>
            <a:miter/>
          </a:ln>
        </p:spPr>
        <p:txBody>
          <a:bodyPr rtlCol="0" anchor="ctr"/>
          <a:lstStyle/>
          <a:p>
            <a:pPr algn="ctr" defTabSz="1088449"/>
            <a:r>
              <a:rPr lang="en-US" sz="1200">
                <a:solidFill>
                  <a:srgbClr val="FFFFFF"/>
                </a:solidFill>
                <a:latin typeface="72 Brand"/>
              </a:rPr>
              <a:t>Teal 11</a:t>
            </a:r>
            <a:br>
              <a:rPr lang="en-US" sz="1200">
                <a:solidFill>
                  <a:srgbClr val="FFFFFF"/>
                </a:solidFill>
                <a:latin typeface="72 Brand"/>
              </a:rPr>
            </a:br>
            <a:r>
              <a:rPr lang="en-US" sz="1200">
                <a:solidFill>
                  <a:srgbClr val="FFFFFF"/>
                </a:solidFill>
                <a:latin typeface="72 Brand"/>
              </a:rPr>
              <a:t>#012931</a:t>
            </a:r>
          </a:p>
        </p:txBody>
      </p:sp>
      <p:sp>
        <p:nvSpPr>
          <p:cNvPr id="21" name="Freeform 77">
            <a:extLst>
              <a:ext uri="{FF2B5EF4-FFF2-40B4-BE49-F238E27FC236}">
                <a16:creationId xmlns:a16="http://schemas.microsoft.com/office/drawing/2014/main" id="{B96DC701-A49C-D4B6-0FAE-8C4D1FE14217}"/>
              </a:ext>
            </a:extLst>
          </p:cNvPr>
          <p:cNvSpPr/>
          <p:nvPr userDrawn="1"/>
        </p:nvSpPr>
        <p:spPr>
          <a:xfrm>
            <a:off x="50400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BF5CB"/>
          </a:solidFill>
          <a:ln w="0" cap="flat">
            <a:noFill/>
            <a:prstDash val="solid"/>
            <a:miter/>
          </a:ln>
        </p:spPr>
        <p:txBody>
          <a:bodyPr rtlCol="0" anchor="ctr"/>
          <a:lstStyle/>
          <a:p>
            <a:pPr algn="ctr" defTabSz="1088449"/>
            <a:r>
              <a:rPr lang="en-US" sz="1200">
                <a:solidFill>
                  <a:srgbClr val="000000"/>
                </a:solidFill>
                <a:latin typeface="72 Brand"/>
              </a:rPr>
              <a:t>Green 2</a:t>
            </a:r>
            <a:br>
              <a:rPr lang="en-US" sz="1200">
                <a:solidFill>
                  <a:srgbClr val="000000"/>
                </a:solidFill>
                <a:latin typeface="72 Brand"/>
              </a:rPr>
            </a:br>
            <a:r>
              <a:rPr lang="en-US" sz="1200">
                <a:solidFill>
                  <a:srgbClr val="000000"/>
                </a:solidFill>
                <a:latin typeface="72 Brand"/>
              </a:rPr>
              <a:t>#EBF5CB</a:t>
            </a:r>
          </a:p>
        </p:txBody>
      </p:sp>
      <p:sp>
        <p:nvSpPr>
          <p:cNvPr id="22" name="Freeform 82">
            <a:extLst>
              <a:ext uri="{FF2B5EF4-FFF2-40B4-BE49-F238E27FC236}">
                <a16:creationId xmlns:a16="http://schemas.microsoft.com/office/drawing/2014/main" id="{D3F535AB-FBBB-CC41-AFDB-6251499A2CC3}"/>
              </a:ext>
            </a:extLst>
          </p:cNvPr>
          <p:cNvSpPr/>
          <p:nvPr userDrawn="1"/>
        </p:nvSpPr>
        <p:spPr>
          <a:xfrm>
            <a:off x="240516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97DD40"/>
          </a:solidFill>
          <a:ln w="0" cap="flat">
            <a:noFill/>
            <a:prstDash val="solid"/>
            <a:miter/>
          </a:ln>
        </p:spPr>
        <p:txBody>
          <a:bodyPr rtlCol="0" anchor="ctr"/>
          <a:lstStyle/>
          <a:p>
            <a:pPr algn="ctr" defTabSz="1088449"/>
            <a:r>
              <a:rPr lang="en-US" sz="1200">
                <a:solidFill>
                  <a:srgbClr val="000000"/>
                </a:solidFill>
                <a:latin typeface="72 Brand"/>
              </a:rPr>
              <a:t>Green 4</a:t>
            </a:r>
            <a:br>
              <a:rPr lang="en-US" sz="1200">
                <a:solidFill>
                  <a:srgbClr val="000000"/>
                </a:solidFill>
                <a:latin typeface="72 Brand"/>
              </a:rPr>
            </a:br>
            <a:r>
              <a:rPr lang="en-US" sz="1200">
                <a:solidFill>
                  <a:srgbClr val="000000"/>
                </a:solidFill>
                <a:latin typeface="72 Brand"/>
              </a:rPr>
              <a:t>#97DD40</a:t>
            </a:r>
          </a:p>
        </p:txBody>
      </p:sp>
      <p:sp>
        <p:nvSpPr>
          <p:cNvPr id="23" name="Freeform 81">
            <a:extLst>
              <a:ext uri="{FF2B5EF4-FFF2-40B4-BE49-F238E27FC236}">
                <a16:creationId xmlns:a16="http://schemas.microsoft.com/office/drawing/2014/main" id="{FF2D987A-1AEE-FB6C-9091-4D01FA950169}"/>
              </a:ext>
            </a:extLst>
          </p:cNvPr>
          <p:cNvSpPr/>
          <p:nvPr userDrawn="1"/>
        </p:nvSpPr>
        <p:spPr>
          <a:xfrm>
            <a:off x="430632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3"/>
          </a:solidFill>
          <a:ln w="0" cap="flat">
            <a:noFill/>
            <a:prstDash val="solid"/>
            <a:miter/>
          </a:ln>
        </p:spPr>
        <p:txBody>
          <a:bodyPr rtlCol="0" anchor="ctr"/>
          <a:lstStyle/>
          <a:p>
            <a:pPr algn="ctr" defTabSz="1088449"/>
            <a:r>
              <a:rPr lang="en-US" sz="1200">
                <a:latin typeface="72 Brand"/>
              </a:rPr>
              <a:t>Green 6</a:t>
            </a:r>
            <a:br>
              <a:rPr lang="en-US" sz="1200">
                <a:latin typeface="72 Brand"/>
              </a:rPr>
            </a:br>
            <a:r>
              <a:rPr lang="en-US" sz="1200">
                <a:latin typeface="72 Brand"/>
              </a:rPr>
              <a:t>#36A41D</a:t>
            </a:r>
          </a:p>
        </p:txBody>
      </p:sp>
      <p:sp>
        <p:nvSpPr>
          <p:cNvPr id="24" name="Freeform 80">
            <a:extLst>
              <a:ext uri="{FF2B5EF4-FFF2-40B4-BE49-F238E27FC236}">
                <a16:creationId xmlns:a16="http://schemas.microsoft.com/office/drawing/2014/main" id="{AA53ACC2-4E92-5B3D-5509-AE0FC7AE540D}"/>
              </a:ext>
            </a:extLst>
          </p:cNvPr>
          <p:cNvSpPr/>
          <p:nvPr userDrawn="1"/>
        </p:nvSpPr>
        <p:spPr>
          <a:xfrm>
            <a:off x="6227422"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88918"/>
          </a:solidFill>
          <a:ln w="0" cap="flat">
            <a:noFill/>
            <a:prstDash val="solid"/>
            <a:miter/>
          </a:ln>
        </p:spPr>
        <p:txBody>
          <a:bodyPr rtlCol="0" anchor="ctr"/>
          <a:lstStyle/>
          <a:p>
            <a:pPr algn="ctr" defTabSz="1088449"/>
            <a:r>
              <a:rPr lang="en-US" sz="1200">
                <a:solidFill>
                  <a:srgbClr val="FFFFFF"/>
                </a:solidFill>
                <a:latin typeface="72 Brand"/>
              </a:rPr>
              <a:t>Green 7</a:t>
            </a:r>
            <a:br>
              <a:rPr lang="en-US" sz="1200">
                <a:solidFill>
                  <a:srgbClr val="FFFFFF"/>
                </a:solidFill>
                <a:latin typeface="72 Brand"/>
              </a:rPr>
            </a:br>
            <a:r>
              <a:rPr lang="en-US" sz="1200">
                <a:solidFill>
                  <a:srgbClr val="FFFFFF"/>
                </a:solidFill>
                <a:latin typeface="72 Brand"/>
              </a:rPr>
              <a:t>#188918</a:t>
            </a:r>
          </a:p>
        </p:txBody>
      </p:sp>
      <p:sp>
        <p:nvSpPr>
          <p:cNvPr id="25" name="Freeform 79">
            <a:extLst>
              <a:ext uri="{FF2B5EF4-FFF2-40B4-BE49-F238E27FC236}">
                <a16:creationId xmlns:a16="http://schemas.microsoft.com/office/drawing/2014/main" id="{D105CE5F-854F-E5AA-CD56-9B210266B1D7}"/>
              </a:ext>
            </a:extLst>
          </p:cNvPr>
          <p:cNvSpPr/>
          <p:nvPr userDrawn="1"/>
        </p:nvSpPr>
        <p:spPr>
          <a:xfrm>
            <a:off x="8129588" y="292409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64323"/>
          </a:solidFill>
          <a:ln w="0" cap="flat">
            <a:noFill/>
            <a:prstDash val="solid"/>
            <a:miter/>
          </a:ln>
        </p:spPr>
        <p:txBody>
          <a:bodyPr rtlCol="0" anchor="ctr"/>
          <a:lstStyle/>
          <a:p>
            <a:pPr algn="ctr" defTabSz="1088449"/>
            <a:r>
              <a:rPr lang="en-US" sz="1200">
                <a:solidFill>
                  <a:srgbClr val="FFFFFF"/>
                </a:solidFill>
                <a:latin typeface="72 Brand"/>
              </a:rPr>
              <a:t>Green 10</a:t>
            </a:r>
            <a:br>
              <a:rPr lang="en-US" sz="1200">
                <a:solidFill>
                  <a:srgbClr val="FFFFFF"/>
                </a:solidFill>
                <a:latin typeface="72 Brand"/>
              </a:rPr>
            </a:br>
            <a:r>
              <a:rPr lang="en-US" sz="1200">
                <a:solidFill>
                  <a:srgbClr val="FFFFFF"/>
                </a:solidFill>
                <a:latin typeface="72 Brand"/>
              </a:rPr>
              <a:t>#164323</a:t>
            </a:r>
          </a:p>
        </p:txBody>
      </p:sp>
      <p:sp>
        <p:nvSpPr>
          <p:cNvPr id="26" name="Freeform 78">
            <a:extLst>
              <a:ext uri="{FF2B5EF4-FFF2-40B4-BE49-F238E27FC236}">
                <a16:creationId xmlns:a16="http://schemas.microsoft.com/office/drawing/2014/main" id="{44AC23F7-268E-D9FD-AC0B-EB4A4CB13536}"/>
              </a:ext>
            </a:extLst>
          </p:cNvPr>
          <p:cNvSpPr/>
          <p:nvPr userDrawn="1"/>
        </p:nvSpPr>
        <p:spPr>
          <a:xfrm>
            <a:off x="10050689" y="292409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E2B16"/>
          </a:solidFill>
          <a:ln w="0" cap="flat">
            <a:noFill/>
            <a:prstDash val="solid"/>
            <a:miter/>
          </a:ln>
        </p:spPr>
        <p:txBody>
          <a:bodyPr rtlCol="0" anchor="ctr"/>
          <a:lstStyle/>
          <a:p>
            <a:pPr algn="ctr" defTabSz="1088449"/>
            <a:r>
              <a:rPr lang="en-US" sz="1200">
                <a:solidFill>
                  <a:srgbClr val="FFFFFF"/>
                </a:solidFill>
                <a:latin typeface="72 Brand"/>
              </a:rPr>
              <a:t>Green 11</a:t>
            </a:r>
            <a:br>
              <a:rPr lang="en-US" sz="1200">
                <a:solidFill>
                  <a:srgbClr val="FFFFFF"/>
                </a:solidFill>
                <a:latin typeface="72 Brand"/>
              </a:rPr>
            </a:br>
            <a:r>
              <a:rPr lang="en-US" sz="1200">
                <a:solidFill>
                  <a:srgbClr val="FFFFFF"/>
                </a:solidFill>
                <a:latin typeface="72 Brand"/>
              </a:rPr>
              <a:t>#0E2B16</a:t>
            </a:r>
          </a:p>
        </p:txBody>
      </p:sp>
      <p:sp>
        <p:nvSpPr>
          <p:cNvPr id="27" name="Freeform 83">
            <a:extLst>
              <a:ext uri="{FF2B5EF4-FFF2-40B4-BE49-F238E27FC236}">
                <a16:creationId xmlns:a16="http://schemas.microsoft.com/office/drawing/2014/main" id="{FCD2E78F-C379-DA9E-AC51-45BB0ACD8CDC}"/>
              </a:ext>
            </a:extLst>
          </p:cNvPr>
          <p:cNvSpPr/>
          <p:nvPr userDrawn="1"/>
        </p:nvSpPr>
        <p:spPr>
          <a:xfrm>
            <a:off x="50400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F3B8"/>
          </a:solidFill>
          <a:ln w="0" cap="flat">
            <a:noFill/>
            <a:prstDash val="solid"/>
            <a:miter/>
          </a:ln>
        </p:spPr>
        <p:txBody>
          <a:bodyPr rtlCol="0" anchor="ctr"/>
          <a:lstStyle/>
          <a:p>
            <a:pPr algn="ctr" defTabSz="1088449"/>
            <a:r>
              <a:rPr lang="en-US" sz="1200">
                <a:solidFill>
                  <a:srgbClr val="000000"/>
                </a:solidFill>
                <a:latin typeface="72 Brand"/>
              </a:rPr>
              <a:t>Mango 2</a:t>
            </a:r>
            <a:br>
              <a:rPr lang="en-US" sz="1200">
                <a:solidFill>
                  <a:srgbClr val="000000"/>
                </a:solidFill>
                <a:latin typeface="72 Brand"/>
              </a:rPr>
            </a:br>
            <a:r>
              <a:rPr lang="en-US" sz="1200">
                <a:solidFill>
                  <a:srgbClr val="000000"/>
                </a:solidFill>
                <a:latin typeface="72 Brand"/>
              </a:rPr>
              <a:t>#FFF3B8</a:t>
            </a:r>
          </a:p>
        </p:txBody>
      </p:sp>
      <p:sp>
        <p:nvSpPr>
          <p:cNvPr id="28" name="Freeform 88">
            <a:extLst>
              <a:ext uri="{FF2B5EF4-FFF2-40B4-BE49-F238E27FC236}">
                <a16:creationId xmlns:a16="http://schemas.microsoft.com/office/drawing/2014/main" id="{8F604492-C37F-A63E-B6EF-C1D9DA958F6A}"/>
              </a:ext>
            </a:extLst>
          </p:cNvPr>
          <p:cNvSpPr/>
          <p:nvPr userDrawn="1"/>
        </p:nvSpPr>
        <p:spPr>
          <a:xfrm>
            <a:off x="240516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C933"/>
          </a:solidFill>
          <a:ln w="0" cap="flat">
            <a:noFill/>
            <a:prstDash val="solid"/>
            <a:miter/>
          </a:ln>
        </p:spPr>
        <p:txBody>
          <a:bodyPr rtlCol="0" anchor="ctr"/>
          <a:lstStyle/>
          <a:p>
            <a:pPr algn="ctr" defTabSz="1088449"/>
            <a:r>
              <a:rPr lang="en-US" sz="1200">
                <a:solidFill>
                  <a:srgbClr val="000000"/>
                </a:solidFill>
                <a:latin typeface="72 Brand"/>
              </a:rPr>
              <a:t>Mango 4</a:t>
            </a:r>
            <a:br>
              <a:rPr lang="en-US" sz="1200">
                <a:solidFill>
                  <a:srgbClr val="000000"/>
                </a:solidFill>
                <a:latin typeface="72 Brand"/>
              </a:rPr>
            </a:br>
            <a:r>
              <a:rPr lang="en-US" sz="1200">
                <a:solidFill>
                  <a:srgbClr val="000000"/>
                </a:solidFill>
                <a:latin typeface="72 Brand"/>
              </a:rPr>
              <a:t>#FFC933</a:t>
            </a:r>
          </a:p>
        </p:txBody>
      </p:sp>
      <p:sp>
        <p:nvSpPr>
          <p:cNvPr id="29" name="Freeform 87">
            <a:extLst>
              <a:ext uri="{FF2B5EF4-FFF2-40B4-BE49-F238E27FC236}">
                <a16:creationId xmlns:a16="http://schemas.microsoft.com/office/drawing/2014/main" id="{1903B33E-7553-03DE-1850-350C0DCE0478}"/>
              </a:ext>
            </a:extLst>
          </p:cNvPr>
          <p:cNvSpPr/>
          <p:nvPr userDrawn="1"/>
        </p:nvSpPr>
        <p:spPr>
          <a:xfrm>
            <a:off x="430632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1"/>
          </a:solidFill>
          <a:ln w="0" cap="flat">
            <a:noFill/>
            <a:prstDash val="solid"/>
            <a:miter/>
          </a:ln>
        </p:spPr>
        <p:txBody>
          <a:bodyPr rtlCol="0" anchor="ctr"/>
          <a:lstStyle/>
          <a:p>
            <a:pPr algn="ctr" defTabSz="1088449"/>
            <a:r>
              <a:rPr lang="en-US" sz="1200">
                <a:latin typeface="72 Brand"/>
              </a:rPr>
              <a:t>Mango 6</a:t>
            </a:r>
            <a:br>
              <a:rPr lang="en-US" sz="1200">
                <a:latin typeface="72 Brand"/>
              </a:rPr>
            </a:br>
            <a:r>
              <a:rPr lang="en-US" sz="1200">
                <a:latin typeface="72 Brand"/>
              </a:rPr>
              <a:t>#E76500</a:t>
            </a:r>
          </a:p>
        </p:txBody>
      </p:sp>
      <p:sp>
        <p:nvSpPr>
          <p:cNvPr id="30" name="Freeform 86">
            <a:extLst>
              <a:ext uri="{FF2B5EF4-FFF2-40B4-BE49-F238E27FC236}">
                <a16:creationId xmlns:a16="http://schemas.microsoft.com/office/drawing/2014/main" id="{220419B0-04C2-995C-B267-365BA4A8314C}"/>
              </a:ext>
            </a:extLst>
          </p:cNvPr>
          <p:cNvSpPr/>
          <p:nvPr userDrawn="1"/>
        </p:nvSpPr>
        <p:spPr>
          <a:xfrm>
            <a:off x="6227422"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35500"/>
          </a:solidFill>
          <a:ln w="0" cap="flat">
            <a:noFill/>
            <a:prstDash val="solid"/>
            <a:miter/>
          </a:ln>
        </p:spPr>
        <p:txBody>
          <a:bodyPr rtlCol="0" anchor="ctr"/>
          <a:lstStyle/>
          <a:p>
            <a:pPr algn="ctr" defTabSz="1088449"/>
            <a:r>
              <a:rPr lang="en-US" sz="1200">
                <a:solidFill>
                  <a:srgbClr val="FFFFFF"/>
                </a:solidFill>
                <a:latin typeface="72 Brand"/>
              </a:rPr>
              <a:t>Mango 7</a:t>
            </a:r>
            <a:br>
              <a:rPr lang="en-US" sz="1200">
                <a:solidFill>
                  <a:srgbClr val="FFFFFF"/>
                </a:solidFill>
                <a:latin typeface="72 Brand"/>
              </a:rPr>
            </a:br>
            <a:r>
              <a:rPr lang="en-US" sz="1200">
                <a:solidFill>
                  <a:srgbClr val="FFFFFF"/>
                </a:solidFill>
                <a:latin typeface="72 Brand"/>
              </a:rPr>
              <a:t>#C35500</a:t>
            </a:r>
          </a:p>
        </p:txBody>
      </p:sp>
      <p:sp>
        <p:nvSpPr>
          <p:cNvPr id="31" name="Freeform 85">
            <a:extLst>
              <a:ext uri="{FF2B5EF4-FFF2-40B4-BE49-F238E27FC236}">
                <a16:creationId xmlns:a16="http://schemas.microsoft.com/office/drawing/2014/main" id="{5291C6D6-3C0A-1EC1-0DE4-3468327A01FC}"/>
              </a:ext>
            </a:extLst>
          </p:cNvPr>
          <p:cNvSpPr/>
          <p:nvPr userDrawn="1"/>
        </p:nvSpPr>
        <p:spPr>
          <a:xfrm>
            <a:off x="8129588" y="351873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6D1900"/>
          </a:solidFill>
          <a:ln w="0" cap="flat">
            <a:noFill/>
            <a:prstDash val="solid"/>
            <a:miter/>
          </a:ln>
        </p:spPr>
        <p:txBody>
          <a:bodyPr rtlCol="0" anchor="ctr"/>
          <a:lstStyle/>
          <a:p>
            <a:pPr algn="ctr" defTabSz="1088449"/>
            <a:r>
              <a:rPr lang="en-US" sz="1200">
                <a:solidFill>
                  <a:srgbClr val="FFFFFF"/>
                </a:solidFill>
                <a:latin typeface="72 Brand"/>
              </a:rPr>
              <a:t>Mango 10</a:t>
            </a:r>
            <a:br>
              <a:rPr lang="en-US" sz="1200">
                <a:solidFill>
                  <a:srgbClr val="FFFFFF"/>
                </a:solidFill>
                <a:latin typeface="72 Brand"/>
              </a:rPr>
            </a:br>
            <a:r>
              <a:rPr lang="en-US" sz="1200">
                <a:solidFill>
                  <a:srgbClr val="FFFFFF"/>
                </a:solidFill>
                <a:latin typeface="72 Brand"/>
              </a:rPr>
              <a:t>#6D1900</a:t>
            </a:r>
          </a:p>
        </p:txBody>
      </p:sp>
      <p:sp>
        <p:nvSpPr>
          <p:cNvPr id="32" name="Freeform 84">
            <a:extLst>
              <a:ext uri="{FF2B5EF4-FFF2-40B4-BE49-F238E27FC236}">
                <a16:creationId xmlns:a16="http://schemas.microsoft.com/office/drawing/2014/main" id="{0C8AFC63-A495-CD19-A678-5D1C65A0F630}"/>
              </a:ext>
            </a:extLst>
          </p:cNvPr>
          <p:cNvSpPr/>
          <p:nvPr userDrawn="1"/>
        </p:nvSpPr>
        <p:spPr>
          <a:xfrm>
            <a:off x="10050689" y="351873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450B00"/>
          </a:solidFill>
          <a:ln w="0" cap="flat">
            <a:noFill/>
            <a:prstDash val="solid"/>
            <a:miter/>
          </a:ln>
        </p:spPr>
        <p:txBody>
          <a:bodyPr rtlCol="0" anchor="ctr"/>
          <a:lstStyle/>
          <a:p>
            <a:pPr algn="ctr" defTabSz="1088449"/>
            <a:r>
              <a:rPr lang="en-US" sz="1200">
                <a:solidFill>
                  <a:srgbClr val="FFFFFF"/>
                </a:solidFill>
                <a:latin typeface="72 Brand"/>
              </a:rPr>
              <a:t>Mango 11</a:t>
            </a:r>
            <a:br>
              <a:rPr lang="en-US" sz="1200">
                <a:solidFill>
                  <a:srgbClr val="FFFFFF"/>
                </a:solidFill>
                <a:latin typeface="72 Brand"/>
              </a:rPr>
            </a:br>
            <a:r>
              <a:rPr lang="en-US" sz="1200">
                <a:solidFill>
                  <a:srgbClr val="FFFFFF"/>
                </a:solidFill>
                <a:latin typeface="72 Brand"/>
              </a:rPr>
              <a:t>#450B00</a:t>
            </a:r>
          </a:p>
        </p:txBody>
      </p:sp>
      <p:sp>
        <p:nvSpPr>
          <p:cNvPr id="33" name="Freeform 89">
            <a:extLst>
              <a:ext uri="{FF2B5EF4-FFF2-40B4-BE49-F238E27FC236}">
                <a16:creationId xmlns:a16="http://schemas.microsoft.com/office/drawing/2014/main" id="{88F1E754-E8C5-5438-3533-D344315E7FC2}"/>
              </a:ext>
            </a:extLst>
          </p:cNvPr>
          <p:cNvSpPr/>
          <p:nvPr userDrawn="1"/>
        </p:nvSpPr>
        <p:spPr>
          <a:xfrm>
            <a:off x="50400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5EA"/>
          </a:solidFill>
          <a:ln w="0" cap="flat">
            <a:noFill/>
            <a:prstDash val="solid"/>
            <a:miter/>
          </a:ln>
        </p:spPr>
        <p:txBody>
          <a:bodyPr rtlCol="0" anchor="ctr"/>
          <a:lstStyle/>
          <a:p>
            <a:pPr algn="ctr" defTabSz="1088449"/>
            <a:r>
              <a:rPr lang="en-US" sz="1200">
                <a:solidFill>
                  <a:srgbClr val="000000"/>
                </a:solidFill>
                <a:latin typeface="72 Brand"/>
              </a:rPr>
              <a:t>Red 2</a:t>
            </a:r>
            <a:br>
              <a:rPr lang="en-US" sz="1200">
                <a:solidFill>
                  <a:srgbClr val="000000"/>
                </a:solidFill>
                <a:latin typeface="72 Brand"/>
              </a:rPr>
            </a:br>
            <a:r>
              <a:rPr lang="en-US" sz="1200">
                <a:solidFill>
                  <a:srgbClr val="000000"/>
                </a:solidFill>
                <a:latin typeface="72 Brand"/>
              </a:rPr>
              <a:t>#FFD5EA</a:t>
            </a:r>
          </a:p>
        </p:txBody>
      </p:sp>
      <p:sp>
        <p:nvSpPr>
          <p:cNvPr id="34" name="Freeform 94">
            <a:extLst>
              <a:ext uri="{FF2B5EF4-FFF2-40B4-BE49-F238E27FC236}">
                <a16:creationId xmlns:a16="http://schemas.microsoft.com/office/drawing/2014/main" id="{F9CAB2F5-111E-9B62-A950-2766E6062CBF}"/>
              </a:ext>
            </a:extLst>
          </p:cNvPr>
          <p:cNvSpPr/>
          <p:nvPr userDrawn="1"/>
        </p:nvSpPr>
        <p:spPr>
          <a:xfrm>
            <a:off x="240516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8CB2"/>
          </a:solidFill>
          <a:ln w="0" cap="flat">
            <a:noFill/>
            <a:prstDash val="solid"/>
            <a:miter/>
          </a:ln>
        </p:spPr>
        <p:txBody>
          <a:bodyPr rtlCol="0" anchor="ctr"/>
          <a:lstStyle/>
          <a:p>
            <a:pPr algn="ctr" defTabSz="1088449"/>
            <a:r>
              <a:rPr lang="en-US" sz="1200">
                <a:solidFill>
                  <a:srgbClr val="000000"/>
                </a:solidFill>
                <a:latin typeface="72 Brand"/>
              </a:rPr>
              <a:t>Red 4</a:t>
            </a:r>
            <a:br>
              <a:rPr lang="en-US" sz="1200">
                <a:solidFill>
                  <a:srgbClr val="000000"/>
                </a:solidFill>
                <a:latin typeface="72 Brand"/>
              </a:rPr>
            </a:br>
            <a:r>
              <a:rPr lang="en-US" sz="1200">
                <a:solidFill>
                  <a:srgbClr val="000000"/>
                </a:solidFill>
                <a:latin typeface="72 Brand"/>
              </a:rPr>
              <a:t>#FF8CB2</a:t>
            </a:r>
          </a:p>
        </p:txBody>
      </p:sp>
      <p:sp>
        <p:nvSpPr>
          <p:cNvPr id="35" name="Freeform 93">
            <a:extLst>
              <a:ext uri="{FF2B5EF4-FFF2-40B4-BE49-F238E27FC236}">
                <a16:creationId xmlns:a16="http://schemas.microsoft.com/office/drawing/2014/main" id="{20875E28-2038-256F-D469-19622F84F475}"/>
              </a:ext>
            </a:extLst>
          </p:cNvPr>
          <p:cNvSpPr/>
          <p:nvPr userDrawn="1"/>
        </p:nvSpPr>
        <p:spPr>
          <a:xfrm>
            <a:off x="430632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E3939"/>
          </a:solidFill>
          <a:ln w="0" cap="flat">
            <a:noFill/>
            <a:prstDash val="solid"/>
            <a:miter/>
          </a:ln>
        </p:spPr>
        <p:txBody>
          <a:bodyPr rtlCol="0" anchor="ctr"/>
          <a:lstStyle/>
          <a:p>
            <a:pPr algn="ctr" defTabSz="1088449"/>
            <a:r>
              <a:rPr lang="en-US" sz="1200">
                <a:latin typeface="72 Brand"/>
              </a:rPr>
              <a:t>Red 6</a:t>
            </a:r>
            <a:br>
              <a:rPr lang="en-US" sz="1200">
                <a:latin typeface="72 Brand"/>
              </a:rPr>
            </a:br>
            <a:r>
              <a:rPr lang="en-US" sz="1200">
                <a:latin typeface="72 Brand"/>
              </a:rPr>
              <a:t>#EE3939</a:t>
            </a:r>
          </a:p>
        </p:txBody>
      </p:sp>
      <p:sp>
        <p:nvSpPr>
          <p:cNvPr id="36" name="Freeform 92">
            <a:extLst>
              <a:ext uri="{FF2B5EF4-FFF2-40B4-BE49-F238E27FC236}">
                <a16:creationId xmlns:a16="http://schemas.microsoft.com/office/drawing/2014/main" id="{54067863-63ED-3E20-7BA9-91BA18863CAC}"/>
              </a:ext>
            </a:extLst>
          </p:cNvPr>
          <p:cNvSpPr/>
          <p:nvPr userDrawn="1"/>
        </p:nvSpPr>
        <p:spPr>
          <a:xfrm>
            <a:off x="6227422"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20A0A"/>
          </a:solidFill>
          <a:ln w="0" cap="flat">
            <a:noFill/>
            <a:prstDash val="solid"/>
            <a:miter/>
          </a:ln>
        </p:spPr>
        <p:txBody>
          <a:bodyPr rtlCol="0" anchor="ctr"/>
          <a:lstStyle/>
          <a:p>
            <a:pPr algn="ctr" defTabSz="1088449"/>
            <a:r>
              <a:rPr lang="en-US" sz="1200">
                <a:solidFill>
                  <a:srgbClr val="FFFFFF"/>
                </a:solidFill>
                <a:latin typeface="72 Brand"/>
              </a:rPr>
              <a:t>Red 7</a:t>
            </a:r>
            <a:br>
              <a:rPr lang="en-US" sz="1200">
                <a:solidFill>
                  <a:srgbClr val="FFFFFF"/>
                </a:solidFill>
                <a:latin typeface="72 Brand"/>
              </a:rPr>
            </a:br>
            <a:r>
              <a:rPr lang="en-US" sz="1200">
                <a:solidFill>
                  <a:srgbClr val="FFFFFF"/>
                </a:solidFill>
                <a:latin typeface="72 Brand"/>
              </a:rPr>
              <a:t>#D20A0A</a:t>
            </a:r>
          </a:p>
        </p:txBody>
      </p:sp>
      <p:sp>
        <p:nvSpPr>
          <p:cNvPr id="37" name="Freeform 91">
            <a:extLst>
              <a:ext uri="{FF2B5EF4-FFF2-40B4-BE49-F238E27FC236}">
                <a16:creationId xmlns:a16="http://schemas.microsoft.com/office/drawing/2014/main" id="{16AC9816-9312-095C-CA75-9BB225C4252E}"/>
              </a:ext>
            </a:extLst>
          </p:cNvPr>
          <p:cNvSpPr/>
          <p:nvPr userDrawn="1"/>
        </p:nvSpPr>
        <p:spPr>
          <a:xfrm>
            <a:off x="8129588" y="411337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A0404"/>
          </a:solidFill>
          <a:ln w="0" cap="flat">
            <a:noFill/>
            <a:prstDash val="solid"/>
            <a:miter/>
          </a:ln>
        </p:spPr>
        <p:txBody>
          <a:bodyPr rtlCol="0" anchor="ctr"/>
          <a:lstStyle/>
          <a:p>
            <a:pPr algn="ctr" defTabSz="1088449"/>
            <a:r>
              <a:rPr lang="en-US" sz="1200">
                <a:solidFill>
                  <a:srgbClr val="FFFFFF"/>
                </a:solidFill>
                <a:latin typeface="72 Brand"/>
              </a:rPr>
              <a:t>Red 10</a:t>
            </a:r>
            <a:br>
              <a:rPr lang="en-US" sz="1200">
                <a:solidFill>
                  <a:srgbClr val="FFFFFF"/>
                </a:solidFill>
                <a:latin typeface="72 Brand"/>
              </a:rPr>
            </a:br>
            <a:r>
              <a:rPr lang="en-US" sz="1200">
                <a:solidFill>
                  <a:srgbClr val="FFFFFF"/>
                </a:solidFill>
                <a:latin typeface="72 Brand"/>
              </a:rPr>
              <a:t>#5A0404</a:t>
            </a:r>
          </a:p>
        </p:txBody>
      </p:sp>
      <p:sp>
        <p:nvSpPr>
          <p:cNvPr id="38" name="Freeform 90">
            <a:extLst>
              <a:ext uri="{FF2B5EF4-FFF2-40B4-BE49-F238E27FC236}">
                <a16:creationId xmlns:a16="http://schemas.microsoft.com/office/drawing/2014/main" id="{AEF6149F-55EA-8B85-D5DF-EFB6B2FF4645}"/>
              </a:ext>
            </a:extLst>
          </p:cNvPr>
          <p:cNvSpPr/>
          <p:nvPr userDrawn="1"/>
        </p:nvSpPr>
        <p:spPr>
          <a:xfrm>
            <a:off x="10050689" y="411337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350000"/>
          </a:solidFill>
          <a:ln w="0" cap="flat">
            <a:noFill/>
            <a:prstDash val="solid"/>
            <a:miter/>
          </a:ln>
        </p:spPr>
        <p:txBody>
          <a:bodyPr rtlCol="0" anchor="ctr"/>
          <a:lstStyle/>
          <a:p>
            <a:pPr algn="ctr" defTabSz="1088449"/>
            <a:r>
              <a:rPr lang="en-US" sz="1200">
                <a:solidFill>
                  <a:srgbClr val="FFFFFF"/>
                </a:solidFill>
                <a:latin typeface="72 Brand"/>
              </a:rPr>
              <a:t>Red 11</a:t>
            </a:r>
            <a:br>
              <a:rPr lang="en-US" sz="1200">
                <a:solidFill>
                  <a:srgbClr val="FFFFFF"/>
                </a:solidFill>
                <a:latin typeface="72 Brand"/>
              </a:rPr>
            </a:br>
            <a:r>
              <a:rPr lang="en-US" sz="1200">
                <a:solidFill>
                  <a:srgbClr val="FFFFFF"/>
                </a:solidFill>
                <a:latin typeface="72 Brand"/>
              </a:rPr>
              <a:t>#350000</a:t>
            </a:r>
          </a:p>
        </p:txBody>
      </p:sp>
      <p:sp>
        <p:nvSpPr>
          <p:cNvPr id="39" name="Freeform 95">
            <a:extLst>
              <a:ext uri="{FF2B5EF4-FFF2-40B4-BE49-F238E27FC236}">
                <a16:creationId xmlns:a16="http://schemas.microsoft.com/office/drawing/2014/main" id="{4027EC94-48C6-D9D1-D350-2C19E151F706}"/>
              </a:ext>
            </a:extLst>
          </p:cNvPr>
          <p:cNvSpPr/>
          <p:nvPr userDrawn="1"/>
        </p:nvSpPr>
        <p:spPr>
          <a:xfrm>
            <a:off x="50400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CE8"/>
          </a:solidFill>
          <a:ln w="0" cap="flat">
            <a:noFill/>
            <a:prstDash val="solid"/>
            <a:miter/>
          </a:ln>
        </p:spPr>
        <p:txBody>
          <a:bodyPr rtlCol="0" anchor="ctr"/>
          <a:lstStyle/>
          <a:p>
            <a:pPr algn="ctr" defTabSz="1088449"/>
            <a:r>
              <a:rPr lang="en-US" sz="1200">
                <a:solidFill>
                  <a:srgbClr val="000000"/>
                </a:solidFill>
                <a:latin typeface="72 Brand"/>
              </a:rPr>
              <a:t>Raspberry 2</a:t>
            </a:r>
            <a:br>
              <a:rPr lang="en-US" sz="1200">
                <a:solidFill>
                  <a:srgbClr val="000000"/>
                </a:solidFill>
                <a:latin typeface="72 Brand"/>
              </a:rPr>
            </a:br>
            <a:r>
              <a:rPr lang="en-US" sz="1200">
                <a:solidFill>
                  <a:srgbClr val="000000"/>
                </a:solidFill>
                <a:latin typeface="72 Brand"/>
              </a:rPr>
              <a:t>#FFDCE8</a:t>
            </a:r>
          </a:p>
        </p:txBody>
      </p:sp>
      <p:sp>
        <p:nvSpPr>
          <p:cNvPr id="40" name="Freeform 100">
            <a:extLst>
              <a:ext uri="{FF2B5EF4-FFF2-40B4-BE49-F238E27FC236}">
                <a16:creationId xmlns:a16="http://schemas.microsoft.com/office/drawing/2014/main" id="{74AAC3CA-6774-EA05-39D2-6BFA7B4DF9B5}"/>
              </a:ext>
            </a:extLst>
          </p:cNvPr>
          <p:cNvSpPr/>
          <p:nvPr userDrawn="1"/>
        </p:nvSpPr>
        <p:spPr>
          <a:xfrm>
            <a:off x="240516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EADC8"/>
          </a:solidFill>
          <a:ln w="0" cap="flat">
            <a:noFill/>
            <a:prstDash val="solid"/>
            <a:miter/>
          </a:ln>
        </p:spPr>
        <p:txBody>
          <a:bodyPr rtlCol="0" anchor="ctr"/>
          <a:lstStyle/>
          <a:p>
            <a:pPr algn="ctr" defTabSz="1088449"/>
            <a:r>
              <a:rPr lang="en-US" sz="1200">
                <a:solidFill>
                  <a:srgbClr val="000000"/>
                </a:solidFill>
                <a:latin typeface="72 Brand"/>
              </a:rPr>
              <a:t>Raspberry 4</a:t>
            </a:r>
            <a:br>
              <a:rPr lang="en-US" sz="1200">
                <a:solidFill>
                  <a:srgbClr val="000000"/>
                </a:solidFill>
                <a:latin typeface="72 Brand"/>
              </a:rPr>
            </a:br>
            <a:r>
              <a:rPr lang="en-US" sz="1200">
                <a:solidFill>
                  <a:srgbClr val="000000"/>
                </a:solidFill>
                <a:latin typeface="72 Brand"/>
              </a:rPr>
              <a:t>#FEADC8</a:t>
            </a:r>
          </a:p>
        </p:txBody>
      </p:sp>
      <p:sp>
        <p:nvSpPr>
          <p:cNvPr id="41" name="Freeform 99">
            <a:extLst>
              <a:ext uri="{FF2B5EF4-FFF2-40B4-BE49-F238E27FC236}">
                <a16:creationId xmlns:a16="http://schemas.microsoft.com/office/drawing/2014/main" id="{81CE6DC8-B91F-EDAE-0084-E839B0BE2C32}"/>
              </a:ext>
            </a:extLst>
          </p:cNvPr>
          <p:cNvSpPr/>
          <p:nvPr userDrawn="1"/>
        </p:nvSpPr>
        <p:spPr>
          <a:xfrm>
            <a:off x="430632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4"/>
          </a:solidFill>
          <a:ln w="0" cap="flat">
            <a:noFill/>
            <a:prstDash val="solid"/>
            <a:miter/>
          </a:ln>
        </p:spPr>
        <p:txBody>
          <a:bodyPr rtlCol="0" anchor="ctr"/>
          <a:lstStyle/>
          <a:p>
            <a:pPr algn="ctr" defTabSz="1088449"/>
            <a:r>
              <a:rPr lang="en-US" sz="1200">
                <a:latin typeface="72 Brand"/>
              </a:rPr>
              <a:t>Raspberry 6</a:t>
            </a:r>
            <a:br>
              <a:rPr lang="en-US" sz="1200">
                <a:latin typeface="72 Brand"/>
              </a:rPr>
            </a:br>
            <a:r>
              <a:rPr lang="en-US" sz="1200">
                <a:latin typeface="72 Brand"/>
              </a:rPr>
              <a:t>#FA4F96</a:t>
            </a:r>
          </a:p>
        </p:txBody>
      </p:sp>
      <p:sp>
        <p:nvSpPr>
          <p:cNvPr id="42" name="Freeform 98">
            <a:extLst>
              <a:ext uri="{FF2B5EF4-FFF2-40B4-BE49-F238E27FC236}">
                <a16:creationId xmlns:a16="http://schemas.microsoft.com/office/drawing/2014/main" id="{445568CB-5C4B-F612-2395-62D135B605D9}"/>
              </a:ext>
            </a:extLst>
          </p:cNvPr>
          <p:cNvSpPr/>
          <p:nvPr userDrawn="1"/>
        </p:nvSpPr>
        <p:spPr>
          <a:xfrm>
            <a:off x="6227422"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F1278"/>
          </a:solidFill>
          <a:ln w="0" cap="flat">
            <a:noFill/>
            <a:prstDash val="solid"/>
            <a:miter/>
          </a:ln>
        </p:spPr>
        <p:txBody>
          <a:bodyPr rtlCol="0" anchor="ctr"/>
          <a:lstStyle/>
          <a:p>
            <a:pPr algn="ctr" defTabSz="1088449"/>
            <a:r>
              <a:rPr lang="en-US" sz="1200">
                <a:solidFill>
                  <a:srgbClr val="FFFFFF"/>
                </a:solidFill>
                <a:latin typeface="72 Brand"/>
              </a:rPr>
              <a:t>Raspberry 7</a:t>
            </a:r>
            <a:br>
              <a:rPr lang="en-US" sz="1200">
                <a:solidFill>
                  <a:srgbClr val="FFFFFF"/>
                </a:solidFill>
                <a:latin typeface="72 Brand"/>
              </a:rPr>
            </a:br>
            <a:r>
              <a:rPr lang="en-US" sz="1200">
                <a:solidFill>
                  <a:srgbClr val="FFFFFF"/>
                </a:solidFill>
                <a:latin typeface="72 Brand"/>
              </a:rPr>
              <a:t>#DF1278</a:t>
            </a:r>
          </a:p>
        </p:txBody>
      </p:sp>
      <p:sp>
        <p:nvSpPr>
          <p:cNvPr id="43" name="Freeform 97">
            <a:extLst>
              <a:ext uri="{FF2B5EF4-FFF2-40B4-BE49-F238E27FC236}">
                <a16:creationId xmlns:a16="http://schemas.microsoft.com/office/drawing/2014/main" id="{880D550A-2A0C-9B91-BC01-2F055CD55C3E}"/>
              </a:ext>
            </a:extLst>
          </p:cNvPr>
          <p:cNvSpPr/>
          <p:nvPr userDrawn="1"/>
        </p:nvSpPr>
        <p:spPr>
          <a:xfrm>
            <a:off x="8129588" y="470801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71014B"/>
          </a:solidFill>
          <a:ln w="0" cap="flat">
            <a:noFill/>
            <a:prstDash val="solid"/>
            <a:miter/>
          </a:ln>
        </p:spPr>
        <p:txBody>
          <a:bodyPr rtlCol="0" anchor="ctr"/>
          <a:lstStyle/>
          <a:p>
            <a:pPr algn="ctr" defTabSz="1088449"/>
            <a:r>
              <a:rPr lang="en-US" sz="1200">
                <a:solidFill>
                  <a:srgbClr val="FFFFFF"/>
                </a:solidFill>
                <a:latin typeface="72 Brand"/>
              </a:rPr>
              <a:t>Raspberry 10</a:t>
            </a:r>
            <a:br>
              <a:rPr lang="en-US" sz="1200">
                <a:solidFill>
                  <a:srgbClr val="FFFFFF"/>
                </a:solidFill>
                <a:latin typeface="72 Brand"/>
              </a:rPr>
            </a:br>
            <a:r>
              <a:rPr lang="en-US" sz="1200">
                <a:solidFill>
                  <a:srgbClr val="FFFFFF"/>
                </a:solidFill>
                <a:latin typeface="72 Brand"/>
              </a:rPr>
              <a:t>#71014B</a:t>
            </a:r>
          </a:p>
        </p:txBody>
      </p:sp>
      <p:sp>
        <p:nvSpPr>
          <p:cNvPr id="44" name="Freeform 96">
            <a:extLst>
              <a:ext uri="{FF2B5EF4-FFF2-40B4-BE49-F238E27FC236}">
                <a16:creationId xmlns:a16="http://schemas.microsoft.com/office/drawing/2014/main" id="{B990BC40-0AED-879D-23F0-E5EC2B7BFC43}"/>
              </a:ext>
            </a:extLst>
          </p:cNvPr>
          <p:cNvSpPr/>
          <p:nvPr userDrawn="1"/>
        </p:nvSpPr>
        <p:spPr>
          <a:xfrm>
            <a:off x="10050689" y="470801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10136"/>
          </a:solidFill>
          <a:ln w="0" cap="flat">
            <a:noFill/>
            <a:prstDash val="solid"/>
            <a:miter/>
          </a:ln>
        </p:spPr>
        <p:txBody>
          <a:bodyPr rtlCol="0" anchor="ctr"/>
          <a:lstStyle/>
          <a:p>
            <a:pPr algn="ctr" defTabSz="1088449"/>
            <a:r>
              <a:rPr lang="en-US" sz="1200">
                <a:solidFill>
                  <a:srgbClr val="FFFFFF"/>
                </a:solidFill>
                <a:latin typeface="72 Brand"/>
              </a:rPr>
              <a:t>Raspberry 11</a:t>
            </a:r>
            <a:br>
              <a:rPr lang="en-US" sz="1200">
                <a:solidFill>
                  <a:srgbClr val="FFFFFF"/>
                </a:solidFill>
                <a:latin typeface="72 Brand"/>
              </a:rPr>
            </a:br>
            <a:r>
              <a:rPr lang="en-US" sz="1200">
                <a:solidFill>
                  <a:srgbClr val="FFFFFF"/>
                </a:solidFill>
                <a:latin typeface="72 Brand"/>
              </a:rPr>
              <a:t>#510136</a:t>
            </a:r>
          </a:p>
        </p:txBody>
      </p:sp>
      <p:sp>
        <p:nvSpPr>
          <p:cNvPr id="45" name="Freeform 101">
            <a:extLst>
              <a:ext uri="{FF2B5EF4-FFF2-40B4-BE49-F238E27FC236}">
                <a16:creationId xmlns:a16="http://schemas.microsoft.com/office/drawing/2014/main" id="{917F0007-E6BC-B6A0-B878-68DA78CFED8B}"/>
              </a:ext>
            </a:extLst>
          </p:cNvPr>
          <p:cNvSpPr/>
          <p:nvPr userDrawn="1"/>
        </p:nvSpPr>
        <p:spPr>
          <a:xfrm>
            <a:off x="50400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CF3"/>
          </a:solidFill>
          <a:ln w="0" cap="flat">
            <a:noFill/>
            <a:prstDash val="solid"/>
            <a:miter/>
          </a:ln>
        </p:spPr>
        <p:txBody>
          <a:bodyPr rtlCol="0" anchor="ctr"/>
          <a:lstStyle/>
          <a:p>
            <a:pPr algn="ctr" defTabSz="1088449"/>
            <a:r>
              <a:rPr lang="en-US" sz="1200">
                <a:solidFill>
                  <a:srgbClr val="000000"/>
                </a:solidFill>
                <a:latin typeface="72 Brand"/>
              </a:rPr>
              <a:t>Pink 2</a:t>
            </a:r>
            <a:br>
              <a:rPr lang="en-US" sz="1200">
                <a:solidFill>
                  <a:srgbClr val="000000"/>
                </a:solidFill>
                <a:latin typeface="72 Brand"/>
              </a:rPr>
            </a:br>
            <a:r>
              <a:rPr lang="en-US" sz="1200">
                <a:solidFill>
                  <a:srgbClr val="000000"/>
                </a:solidFill>
                <a:latin typeface="72 Brand"/>
              </a:rPr>
              <a:t>#FFDCF3</a:t>
            </a:r>
          </a:p>
        </p:txBody>
      </p:sp>
      <p:sp>
        <p:nvSpPr>
          <p:cNvPr id="46" name="Freeform 106">
            <a:extLst>
              <a:ext uri="{FF2B5EF4-FFF2-40B4-BE49-F238E27FC236}">
                <a16:creationId xmlns:a16="http://schemas.microsoft.com/office/drawing/2014/main" id="{0AD9E1EE-5506-751B-38EA-38841C8A80ED}"/>
              </a:ext>
            </a:extLst>
          </p:cNvPr>
          <p:cNvSpPr/>
          <p:nvPr userDrawn="1"/>
        </p:nvSpPr>
        <p:spPr>
          <a:xfrm>
            <a:off x="240516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8AF0"/>
          </a:solidFill>
          <a:ln w="0" cap="flat">
            <a:noFill/>
            <a:prstDash val="solid"/>
            <a:miter/>
          </a:ln>
        </p:spPr>
        <p:txBody>
          <a:bodyPr rtlCol="0" anchor="ctr"/>
          <a:lstStyle/>
          <a:p>
            <a:pPr algn="ctr" defTabSz="1088449"/>
            <a:r>
              <a:rPr lang="en-US" sz="1200">
                <a:solidFill>
                  <a:srgbClr val="000000"/>
                </a:solidFill>
                <a:latin typeface="72 Brand"/>
              </a:rPr>
              <a:t>Pink 4</a:t>
            </a:r>
            <a:br>
              <a:rPr lang="en-US" sz="1200">
                <a:solidFill>
                  <a:srgbClr val="000000"/>
                </a:solidFill>
                <a:latin typeface="72 Brand"/>
              </a:rPr>
            </a:br>
            <a:r>
              <a:rPr lang="en-US" sz="1200">
                <a:solidFill>
                  <a:srgbClr val="000000"/>
                </a:solidFill>
                <a:latin typeface="72 Brand"/>
              </a:rPr>
              <a:t>#FF8AF0</a:t>
            </a:r>
          </a:p>
        </p:txBody>
      </p:sp>
      <p:sp>
        <p:nvSpPr>
          <p:cNvPr id="47" name="Freeform 105">
            <a:extLst>
              <a:ext uri="{FF2B5EF4-FFF2-40B4-BE49-F238E27FC236}">
                <a16:creationId xmlns:a16="http://schemas.microsoft.com/office/drawing/2014/main" id="{33BC0809-597B-D705-027A-A75FF023724C}"/>
              </a:ext>
            </a:extLst>
          </p:cNvPr>
          <p:cNvSpPr/>
          <p:nvPr userDrawn="1"/>
        </p:nvSpPr>
        <p:spPr>
          <a:xfrm>
            <a:off x="430632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31DED"/>
          </a:solidFill>
          <a:ln w="0" cap="flat">
            <a:noFill/>
            <a:prstDash val="solid"/>
            <a:miter/>
          </a:ln>
        </p:spPr>
        <p:txBody>
          <a:bodyPr rtlCol="0" anchor="ctr"/>
          <a:lstStyle/>
          <a:p>
            <a:pPr algn="ctr" defTabSz="1088449"/>
            <a:r>
              <a:rPr lang="en-US" sz="1200">
                <a:latin typeface="72 Brand"/>
              </a:rPr>
              <a:t>Pink 6</a:t>
            </a:r>
            <a:br>
              <a:rPr lang="en-US" sz="1200">
                <a:latin typeface="72 Brand"/>
              </a:rPr>
            </a:br>
            <a:r>
              <a:rPr lang="en-US" sz="1200">
                <a:latin typeface="72 Brand"/>
              </a:rPr>
              <a:t>#F31DED</a:t>
            </a:r>
          </a:p>
        </p:txBody>
      </p:sp>
      <p:sp>
        <p:nvSpPr>
          <p:cNvPr id="48" name="Freeform 104">
            <a:extLst>
              <a:ext uri="{FF2B5EF4-FFF2-40B4-BE49-F238E27FC236}">
                <a16:creationId xmlns:a16="http://schemas.microsoft.com/office/drawing/2014/main" id="{EA8325A0-3800-3844-7028-1335F7DA6DD4}"/>
              </a:ext>
            </a:extLst>
          </p:cNvPr>
          <p:cNvSpPr/>
          <p:nvPr userDrawn="1"/>
        </p:nvSpPr>
        <p:spPr>
          <a:xfrm>
            <a:off x="6227422"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C00DC"/>
          </a:solidFill>
          <a:ln w="0" cap="flat">
            <a:noFill/>
            <a:prstDash val="solid"/>
            <a:miter/>
          </a:ln>
        </p:spPr>
        <p:txBody>
          <a:bodyPr rtlCol="0" anchor="ctr"/>
          <a:lstStyle/>
          <a:p>
            <a:pPr algn="ctr" defTabSz="1088449"/>
            <a:r>
              <a:rPr lang="en-US" sz="1200">
                <a:solidFill>
                  <a:srgbClr val="FFFFFF"/>
                </a:solidFill>
                <a:latin typeface="72 Brand"/>
              </a:rPr>
              <a:t>Pink 7</a:t>
            </a:r>
            <a:br>
              <a:rPr lang="en-US" sz="1200">
                <a:solidFill>
                  <a:srgbClr val="FFFFFF"/>
                </a:solidFill>
                <a:latin typeface="72 Brand"/>
              </a:rPr>
            </a:br>
            <a:r>
              <a:rPr lang="en-US" sz="1200">
                <a:solidFill>
                  <a:srgbClr val="FFFFFF"/>
                </a:solidFill>
                <a:latin typeface="72 Brand"/>
              </a:rPr>
              <a:t>#CC00DC</a:t>
            </a:r>
          </a:p>
        </p:txBody>
      </p:sp>
      <p:sp>
        <p:nvSpPr>
          <p:cNvPr id="49" name="Freeform 103">
            <a:extLst>
              <a:ext uri="{FF2B5EF4-FFF2-40B4-BE49-F238E27FC236}">
                <a16:creationId xmlns:a16="http://schemas.microsoft.com/office/drawing/2014/main" id="{0FAC4B6B-3B2C-409E-6B7B-3332654C7A79}"/>
              </a:ext>
            </a:extLst>
          </p:cNvPr>
          <p:cNvSpPr/>
          <p:nvPr userDrawn="1"/>
        </p:nvSpPr>
        <p:spPr>
          <a:xfrm>
            <a:off x="8129588" y="530264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10080"/>
          </a:solidFill>
          <a:ln w="0" cap="flat">
            <a:noFill/>
            <a:prstDash val="solid"/>
            <a:miter/>
          </a:ln>
        </p:spPr>
        <p:txBody>
          <a:bodyPr rtlCol="0" anchor="ctr"/>
          <a:lstStyle/>
          <a:p>
            <a:pPr algn="ctr" defTabSz="1088449"/>
            <a:r>
              <a:rPr lang="en-US" sz="1200">
                <a:solidFill>
                  <a:srgbClr val="FFFFFF"/>
                </a:solidFill>
                <a:latin typeface="72 Brand"/>
              </a:rPr>
              <a:t>Pink 10</a:t>
            </a:r>
            <a:br>
              <a:rPr lang="en-US" sz="1200">
                <a:solidFill>
                  <a:srgbClr val="FFFFFF"/>
                </a:solidFill>
                <a:latin typeface="72 Brand"/>
              </a:rPr>
            </a:br>
            <a:r>
              <a:rPr lang="en-US" sz="1200">
                <a:solidFill>
                  <a:srgbClr val="FFFFFF"/>
                </a:solidFill>
                <a:latin typeface="72 Brand"/>
              </a:rPr>
              <a:t>#510080</a:t>
            </a:r>
          </a:p>
        </p:txBody>
      </p:sp>
      <p:sp>
        <p:nvSpPr>
          <p:cNvPr id="50" name="Freeform 102">
            <a:extLst>
              <a:ext uri="{FF2B5EF4-FFF2-40B4-BE49-F238E27FC236}">
                <a16:creationId xmlns:a16="http://schemas.microsoft.com/office/drawing/2014/main" id="{6A62005D-6E71-B214-2A29-BFD9F334AEF1}"/>
              </a:ext>
            </a:extLst>
          </p:cNvPr>
          <p:cNvSpPr/>
          <p:nvPr userDrawn="1"/>
        </p:nvSpPr>
        <p:spPr>
          <a:xfrm>
            <a:off x="10050689" y="530264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28004A"/>
          </a:solidFill>
          <a:ln w="0" cap="flat">
            <a:noFill/>
            <a:prstDash val="solid"/>
            <a:miter/>
          </a:ln>
        </p:spPr>
        <p:txBody>
          <a:bodyPr rtlCol="0" anchor="ctr"/>
          <a:lstStyle/>
          <a:p>
            <a:pPr algn="ctr" defTabSz="1088449"/>
            <a:r>
              <a:rPr lang="en-US" sz="1200">
                <a:solidFill>
                  <a:srgbClr val="FFFFFF"/>
                </a:solidFill>
                <a:latin typeface="72 Brand"/>
              </a:rPr>
              <a:t>Pink 11</a:t>
            </a:r>
            <a:br>
              <a:rPr lang="en-US" sz="1200">
                <a:solidFill>
                  <a:srgbClr val="FFFFFF"/>
                </a:solidFill>
                <a:latin typeface="72 Brand"/>
              </a:rPr>
            </a:br>
            <a:r>
              <a:rPr lang="en-US" sz="1200">
                <a:solidFill>
                  <a:srgbClr val="FFFFFF"/>
                </a:solidFill>
                <a:latin typeface="72 Brand"/>
              </a:rPr>
              <a:t>#28004A</a:t>
            </a:r>
          </a:p>
        </p:txBody>
      </p:sp>
      <p:sp>
        <p:nvSpPr>
          <p:cNvPr id="51" name="Freeform 107">
            <a:extLst>
              <a:ext uri="{FF2B5EF4-FFF2-40B4-BE49-F238E27FC236}">
                <a16:creationId xmlns:a16="http://schemas.microsoft.com/office/drawing/2014/main" id="{F9558B7D-AA7B-F466-C1B6-364275904FF5}"/>
              </a:ext>
            </a:extLst>
          </p:cNvPr>
          <p:cNvSpPr/>
          <p:nvPr userDrawn="1"/>
        </p:nvSpPr>
        <p:spPr>
          <a:xfrm>
            <a:off x="50400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2D8FF"/>
          </a:solidFill>
          <a:ln w="0" cap="flat">
            <a:noFill/>
            <a:prstDash val="solid"/>
            <a:miter/>
          </a:ln>
        </p:spPr>
        <p:txBody>
          <a:bodyPr rtlCol="0" anchor="ctr"/>
          <a:lstStyle/>
          <a:p>
            <a:pPr algn="ctr" defTabSz="1088449"/>
            <a:r>
              <a:rPr lang="en-US" sz="1200">
                <a:solidFill>
                  <a:srgbClr val="000000"/>
                </a:solidFill>
                <a:latin typeface="72 Brand"/>
              </a:rPr>
              <a:t>Indigo 2</a:t>
            </a:r>
            <a:br>
              <a:rPr lang="en-US" sz="1200">
                <a:solidFill>
                  <a:srgbClr val="000000"/>
                </a:solidFill>
                <a:latin typeface="72 Brand"/>
              </a:rPr>
            </a:br>
            <a:r>
              <a:rPr lang="en-US" sz="1200">
                <a:solidFill>
                  <a:srgbClr val="000000"/>
                </a:solidFill>
                <a:latin typeface="72 Brand"/>
              </a:rPr>
              <a:t>#E2D8FF</a:t>
            </a:r>
          </a:p>
        </p:txBody>
      </p:sp>
      <p:sp>
        <p:nvSpPr>
          <p:cNvPr id="52" name="Freeform 112">
            <a:extLst>
              <a:ext uri="{FF2B5EF4-FFF2-40B4-BE49-F238E27FC236}">
                <a16:creationId xmlns:a16="http://schemas.microsoft.com/office/drawing/2014/main" id="{F58FB485-B376-0DC0-AC60-1825E34C0BFE}"/>
              </a:ext>
            </a:extLst>
          </p:cNvPr>
          <p:cNvSpPr/>
          <p:nvPr userDrawn="1"/>
        </p:nvSpPr>
        <p:spPr>
          <a:xfrm>
            <a:off x="240516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B894FF"/>
          </a:solidFill>
          <a:ln w="0" cap="flat">
            <a:noFill/>
            <a:prstDash val="solid"/>
            <a:miter/>
          </a:ln>
        </p:spPr>
        <p:txBody>
          <a:bodyPr rtlCol="0" anchor="ctr"/>
          <a:lstStyle/>
          <a:p>
            <a:pPr algn="ctr" defTabSz="1088449"/>
            <a:r>
              <a:rPr lang="en-US" sz="1200">
                <a:solidFill>
                  <a:srgbClr val="000000"/>
                </a:solidFill>
                <a:latin typeface="72 Brand"/>
              </a:rPr>
              <a:t>Indigo 4</a:t>
            </a:r>
            <a:br>
              <a:rPr lang="en-US" sz="1200">
                <a:solidFill>
                  <a:srgbClr val="000000"/>
                </a:solidFill>
                <a:latin typeface="72 Brand"/>
              </a:rPr>
            </a:br>
            <a:r>
              <a:rPr lang="en-US" sz="1200">
                <a:solidFill>
                  <a:srgbClr val="000000"/>
                </a:solidFill>
                <a:latin typeface="72 Brand"/>
              </a:rPr>
              <a:t>#B894FF</a:t>
            </a:r>
          </a:p>
        </p:txBody>
      </p:sp>
      <p:sp>
        <p:nvSpPr>
          <p:cNvPr id="53" name="Freeform 111">
            <a:extLst>
              <a:ext uri="{FF2B5EF4-FFF2-40B4-BE49-F238E27FC236}">
                <a16:creationId xmlns:a16="http://schemas.microsoft.com/office/drawing/2014/main" id="{E507AF13-4657-238A-2511-149A7719182F}"/>
              </a:ext>
            </a:extLst>
          </p:cNvPr>
          <p:cNvSpPr/>
          <p:nvPr userDrawn="1"/>
        </p:nvSpPr>
        <p:spPr>
          <a:xfrm>
            <a:off x="430632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7858FF"/>
          </a:solidFill>
          <a:ln w="0" cap="flat">
            <a:noFill/>
            <a:prstDash val="solid"/>
            <a:miter/>
          </a:ln>
        </p:spPr>
        <p:txBody>
          <a:bodyPr rtlCol="0" anchor="ctr"/>
          <a:lstStyle/>
          <a:p>
            <a:pPr algn="ctr" defTabSz="1088449"/>
            <a:r>
              <a:rPr lang="en-US" sz="1200">
                <a:solidFill>
                  <a:srgbClr val="FFFFFF"/>
                </a:solidFill>
                <a:latin typeface="72 Brand"/>
              </a:rPr>
              <a:t>Indigo 6</a:t>
            </a:r>
            <a:br>
              <a:rPr lang="en-US" sz="1200">
                <a:solidFill>
                  <a:srgbClr val="FFFFFF"/>
                </a:solidFill>
                <a:latin typeface="72 Brand"/>
              </a:rPr>
            </a:br>
            <a:r>
              <a:rPr lang="en-US" sz="1200">
                <a:solidFill>
                  <a:srgbClr val="FFFFFF"/>
                </a:solidFill>
                <a:latin typeface="72 Brand"/>
              </a:rPr>
              <a:t>#7858FF</a:t>
            </a:r>
          </a:p>
        </p:txBody>
      </p:sp>
      <p:sp>
        <p:nvSpPr>
          <p:cNvPr id="54" name="Freeform 110">
            <a:extLst>
              <a:ext uri="{FF2B5EF4-FFF2-40B4-BE49-F238E27FC236}">
                <a16:creationId xmlns:a16="http://schemas.microsoft.com/office/drawing/2014/main" id="{D856B3A7-2366-B45C-16D0-FE87105F81DD}"/>
              </a:ext>
            </a:extLst>
          </p:cNvPr>
          <p:cNvSpPr/>
          <p:nvPr userDrawn="1"/>
        </p:nvSpPr>
        <p:spPr>
          <a:xfrm>
            <a:off x="6227422"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D36FF"/>
          </a:solidFill>
          <a:ln w="0" cap="flat">
            <a:noFill/>
            <a:prstDash val="solid"/>
            <a:miter/>
          </a:ln>
        </p:spPr>
        <p:txBody>
          <a:bodyPr rtlCol="0" anchor="ctr"/>
          <a:lstStyle/>
          <a:p>
            <a:pPr algn="ctr" defTabSz="1088449"/>
            <a:r>
              <a:rPr lang="en-US" sz="1200">
                <a:solidFill>
                  <a:srgbClr val="FFFFFF"/>
                </a:solidFill>
                <a:latin typeface="72 Brand"/>
              </a:rPr>
              <a:t>Indigo 7</a:t>
            </a:r>
            <a:br>
              <a:rPr lang="en-US" sz="1200">
                <a:solidFill>
                  <a:srgbClr val="FFFFFF"/>
                </a:solidFill>
                <a:latin typeface="72 Brand"/>
              </a:rPr>
            </a:br>
            <a:r>
              <a:rPr lang="en-US" sz="1200">
                <a:solidFill>
                  <a:srgbClr val="FFFFFF"/>
                </a:solidFill>
                <a:latin typeface="72 Brand"/>
              </a:rPr>
              <a:t>#5D36FF</a:t>
            </a:r>
          </a:p>
        </p:txBody>
      </p:sp>
      <p:sp>
        <p:nvSpPr>
          <p:cNvPr id="55" name="Freeform 109">
            <a:extLst>
              <a:ext uri="{FF2B5EF4-FFF2-40B4-BE49-F238E27FC236}">
                <a16:creationId xmlns:a16="http://schemas.microsoft.com/office/drawing/2014/main" id="{7799D5EF-EB56-B65F-BAE3-2C832902B6E1}"/>
              </a:ext>
            </a:extLst>
          </p:cNvPr>
          <p:cNvSpPr/>
          <p:nvPr userDrawn="1"/>
        </p:nvSpPr>
        <p:spPr>
          <a:xfrm>
            <a:off x="8129588" y="589728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C0C6E"/>
          </a:solidFill>
          <a:ln w="0" cap="flat">
            <a:noFill/>
            <a:prstDash val="solid"/>
            <a:miter/>
          </a:ln>
        </p:spPr>
        <p:txBody>
          <a:bodyPr rtlCol="0" anchor="ctr"/>
          <a:lstStyle/>
          <a:p>
            <a:pPr algn="ctr" defTabSz="1088449"/>
            <a:r>
              <a:rPr lang="en-US" sz="1200">
                <a:solidFill>
                  <a:srgbClr val="FFFFFF"/>
                </a:solidFill>
                <a:latin typeface="72 Brand"/>
              </a:rPr>
              <a:t>Indigo 10</a:t>
            </a:r>
            <a:br>
              <a:rPr lang="en-US" sz="1200">
                <a:solidFill>
                  <a:srgbClr val="FFFFFF"/>
                </a:solidFill>
                <a:latin typeface="72 Brand"/>
              </a:rPr>
            </a:br>
            <a:r>
              <a:rPr lang="en-US" sz="1200">
                <a:solidFill>
                  <a:srgbClr val="FFFFFF"/>
                </a:solidFill>
                <a:latin typeface="72 Brand"/>
              </a:rPr>
              <a:t>#1C0C6E</a:t>
            </a:r>
          </a:p>
        </p:txBody>
      </p:sp>
      <p:sp>
        <p:nvSpPr>
          <p:cNvPr id="56" name="Freeform 108">
            <a:extLst>
              <a:ext uri="{FF2B5EF4-FFF2-40B4-BE49-F238E27FC236}">
                <a16:creationId xmlns:a16="http://schemas.microsoft.com/office/drawing/2014/main" id="{FEBFCC16-A965-7C12-80D6-5D77FCCE96ED}"/>
              </a:ext>
            </a:extLst>
          </p:cNvPr>
          <p:cNvSpPr/>
          <p:nvPr userDrawn="1"/>
        </p:nvSpPr>
        <p:spPr>
          <a:xfrm>
            <a:off x="10050689" y="589728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E0637"/>
          </a:solidFill>
          <a:ln w="0" cap="flat">
            <a:noFill/>
            <a:prstDash val="solid"/>
            <a:miter/>
          </a:ln>
        </p:spPr>
        <p:txBody>
          <a:bodyPr rtlCol="0" anchor="ctr"/>
          <a:lstStyle/>
          <a:p>
            <a:pPr algn="ctr" defTabSz="1088449"/>
            <a:r>
              <a:rPr lang="en-US" sz="1200">
                <a:solidFill>
                  <a:srgbClr val="FFFFFF"/>
                </a:solidFill>
                <a:latin typeface="72 Brand"/>
              </a:rPr>
              <a:t>Indigo 11</a:t>
            </a:r>
            <a:br>
              <a:rPr lang="en-US" sz="1200">
                <a:solidFill>
                  <a:srgbClr val="FFFFFF"/>
                </a:solidFill>
                <a:latin typeface="72 Brand"/>
              </a:rPr>
            </a:br>
            <a:r>
              <a:rPr lang="en-US" sz="1200">
                <a:solidFill>
                  <a:srgbClr val="FFFFFF"/>
                </a:solidFill>
                <a:latin typeface="72 Brand"/>
              </a:rPr>
              <a:t>#0E0637</a:t>
            </a:r>
          </a:p>
        </p:txBody>
      </p:sp>
      <p:sp>
        <p:nvSpPr>
          <p:cNvPr id="59" name="TextBox 58">
            <a:extLst>
              <a:ext uri="{FF2B5EF4-FFF2-40B4-BE49-F238E27FC236}">
                <a16:creationId xmlns:a16="http://schemas.microsoft.com/office/drawing/2014/main" id="{F07FA32D-3AB1-18F1-69D9-16F835A2D5D6}"/>
              </a:ext>
            </a:extLst>
          </p:cNvPr>
          <p:cNvSpPr txBox="1"/>
          <p:nvPr userDrawn="1"/>
        </p:nvSpPr>
        <p:spPr>
          <a:xfrm>
            <a:off x="504001" y="309985"/>
            <a:ext cx="5560809" cy="193899"/>
          </a:xfrm>
          <a:prstGeom prst="rect">
            <a:avLst/>
          </a:prstGeom>
          <a:noFill/>
        </p:spPr>
        <p:txBody>
          <a:bodyPr wrap="square" lIns="0" tIns="0" rIns="0" bIns="0" rtlCol="0">
            <a:spAutoFit/>
          </a:bodyPr>
          <a:lstStyle/>
          <a:p>
            <a:pPr>
              <a:lnSpc>
                <a:spcPct val="90000"/>
              </a:lnSpc>
            </a:pPr>
            <a:r>
              <a:rPr lang="en-GB" sz="1400">
                <a:latin typeface="+mn-lt"/>
              </a:rPr>
              <a:t>Delete this slide after reading</a:t>
            </a:r>
          </a:p>
        </p:txBody>
      </p:sp>
      <p:sp>
        <p:nvSpPr>
          <p:cNvPr id="3" name="TextBox 2">
            <a:extLst>
              <a:ext uri="{FF2B5EF4-FFF2-40B4-BE49-F238E27FC236}">
                <a16:creationId xmlns:a16="http://schemas.microsoft.com/office/drawing/2014/main" id="{DB80C01D-E3A8-4569-013D-D597865C884B}"/>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 – </a:t>
            </a:r>
            <a:r>
              <a:rPr lang="en-GB" sz="2400" err="1">
                <a:latin typeface="72 Brand Medium" panose="020B0604030603020204" pitchFamily="34" charset="0"/>
              </a:rPr>
              <a:t>color</a:t>
            </a:r>
            <a:r>
              <a:rPr lang="en-GB" sz="2400">
                <a:latin typeface="72 Brand Medium" panose="020B0604030603020204" pitchFamily="34" charset="0"/>
              </a:rPr>
              <a:t> palette</a:t>
            </a:r>
          </a:p>
        </p:txBody>
      </p:sp>
    </p:spTree>
    <p:extLst>
      <p:ext uri="{BB962C8B-B14F-4D97-AF65-F5344CB8AC3E}">
        <p14:creationId xmlns:p14="http://schemas.microsoft.com/office/powerpoint/2010/main" val="1922348347"/>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gt;Copilot layout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white">
          <a:xfrm>
            <a:off x="0" y="0"/>
            <a:ext cx="12195175" cy="6858000"/>
          </a:xfrm>
          <a:prstGeom prst="rect">
            <a:avLst/>
          </a:prstGeom>
          <a:solidFill>
            <a:srgbClr val="8E908C"/>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rgbClr val="A4A6A2"/>
              </a:solidFill>
            </a:endParaRPr>
          </a:p>
        </p:txBody>
      </p:sp>
      <p:sp>
        <p:nvSpPr>
          <p:cNvPr id="5" name="Do not use"/>
          <p:cNvSpPr txBox="1"/>
          <p:nvPr userDrawn="1"/>
        </p:nvSpPr>
        <p:spPr>
          <a:xfrm>
            <a:off x="430325" y="656823"/>
            <a:ext cx="11359935"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j-lt"/>
              </a:rPr>
              <a:t>The layouts following this </a:t>
            </a:r>
            <a:r>
              <a:rPr lang="en-GB" sz="4400" b="0" i="1" noProof="0">
                <a:solidFill>
                  <a:schemeClr val="bg1"/>
                </a:solidFill>
                <a:latin typeface="+mj-lt"/>
              </a:rPr>
              <a:t>are MS Copilot ones</a:t>
            </a:r>
            <a:r>
              <a:rPr lang="en-GB" sz="4400" b="0" i="0" noProof="0">
                <a:solidFill>
                  <a:schemeClr val="bg1"/>
                </a:solidFill>
                <a:latin typeface="+mj-lt"/>
              </a:rPr>
              <a:t> – please </a:t>
            </a:r>
            <a:r>
              <a:rPr lang="en-GB" sz="4400" b="0" noProof="0">
                <a:solidFill>
                  <a:schemeClr val="bg1"/>
                </a:solidFill>
                <a:latin typeface="+mn-lt"/>
              </a:rPr>
              <a:t>do not use them. </a:t>
            </a:r>
            <a:br>
              <a:rPr lang="en-GB" sz="4400" b="0" noProof="0">
                <a:solidFill>
                  <a:schemeClr val="bg1"/>
                </a:solidFill>
                <a:latin typeface="+mn-lt"/>
              </a:rPr>
            </a:br>
            <a:r>
              <a:rPr lang="en-GB" sz="4400" b="0" noProof="0">
                <a:solidFill>
                  <a:schemeClr val="bg1"/>
                </a:solidFill>
                <a:latin typeface="+mn-lt"/>
              </a:rPr>
              <a:t>These layouts </a:t>
            </a:r>
            <a:r>
              <a:rPr lang="en-GB" sz="4400" b="0" i="0" u="none" noProof="0">
                <a:solidFill>
                  <a:schemeClr val="bg1"/>
                </a:solidFill>
                <a:latin typeface="72 Brand" panose="020B0504030603020204" pitchFamily="34" charset="0"/>
              </a:rPr>
              <a:t>are</a:t>
            </a:r>
            <a:r>
              <a:rPr lang="en-GB" sz="4400" b="0" i="0" u="none" noProof="0">
                <a:solidFill>
                  <a:schemeClr val="bg1"/>
                </a:solidFill>
                <a:latin typeface="+mj-lt"/>
              </a:rPr>
              <a:t> </a:t>
            </a:r>
            <a:r>
              <a:rPr lang="en-GB" sz="4400" b="0" i="1" u="sng" noProof="0">
                <a:solidFill>
                  <a:schemeClr val="bg1"/>
                </a:solidFill>
                <a:latin typeface="+mj-lt"/>
              </a:rPr>
              <a:t>not</a:t>
            </a:r>
            <a:r>
              <a:rPr lang="en-GB" sz="4400" b="0" i="0" u="none" noProof="0">
                <a:solidFill>
                  <a:schemeClr val="bg1"/>
                </a:solidFill>
                <a:latin typeface="+mj-lt"/>
              </a:rPr>
              <a:t> </a:t>
            </a:r>
            <a:r>
              <a:rPr lang="en-GB" sz="4400" b="0" noProof="0">
                <a:solidFill>
                  <a:schemeClr val="bg1"/>
                </a:solidFill>
                <a:latin typeface="+mn-lt"/>
              </a:rPr>
              <a:t>for manual use</a:t>
            </a:r>
            <a:br>
              <a:rPr lang="en-GB" sz="2800" b="0" noProof="0">
                <a:solidFill>
                  <a:schemeClr val="bg1"/>
                </a:solidFill>
                <a:latin typeface="+mn-lt"/>
              </a:rPr>
            </a:br>
            <a:br>
              <a:rPr lang="en-GB" sz="2800" b="0" noProof="0">
                <a:solidFill>
                  <a:schemeClr val="bg1"/>
                </a:solidFill>
                <a:latin typeface="+mn-lt"/>
              </a:rPr>
            </a:br>
            <a:endParaRPr lang="en-GB" sz="2800" b="0" noProof="0">
              <a:solidFill>
                <a:schemeClr val="bg1"/>
              </a:solidFill>
              <a:latin typeface="+mn-lt"/>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7584" y="3325226"/>
            <a:ext cx="103705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325" y="3029169"/>
            <a:ext cx="10154990" cy="1569660"/>
          </a:xfrm>
          <a:prstGeom prst="rect">
            <a:avLst/>
          </a:prstGeom>
        </p:spPr>
        <p:txBody>
          <a:bodyPr wrap="square">
            <a:spAutoFit/>
          </a:bodyPr>
          <a:lstStyle/>
          <a:p>
            <a:pPr algn="ctr"/>
            <a:r>
              <a:rPr lang="en-GB" sz="9600" b="0" i="1" noProof="0">
                <a:solidFill>
                  <a:schemeClr val="bg1"/>
                </a:solidFill>
                <a:latin typeface="+mj-lt"/>
              </a:rPr>
              <a:t>Copilot layouts</a:t>
            </a:r>
            <a:endParaRPr lang="en-GB" sz="1800" b="0" i="1" noProof="0">
              <a:latin typeface="+mj-lt"/>
            </a:endParaRPr>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326" y="5186455"/>
            <a:ext cx="11359932" cy="92333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2000" b="0" noProof="0">
                <a:solidFill>
                  <a:schemeClr val="bg1"/>
                </a:solidFill>
                <a:latin typeface="+mn-lt"/>
              </a:rPr>
              <a:t>Due to MS Copilot functionality these layouts are placed in your template to be used ONLY in the Generative AI process. </a:t>
            </a:r>
            <a:br>
              <a:rPr lang="en-GB" sz="2000" b="0" noProof="0">
                <a:solidFill>
                  <a:schemeClr val="bg1"/>
                </a:solidFill>
                <a:latin typeface="+mn-lt"/>
              </a:rPr>
            </a:br>
            <a:endParaRPr lang="en-GB" sz="2000" b="0" noProof="0">
              <a:solidFill>
                <a:schemeClr val="bg1"/>
              </a:solidFill>
              <a:latin typeface="+mn-lt"/>
            </a:endParaRPr>
          </a:p>
        </p:txBody>
      </p:sp>
      <p:sp>
        <p:nvSpPr>
          <p:cNvPr id="13" name="Date Placeholder 6" hidden="1">
            <a:extLst>
              <a:ext uri="{FF2B5EF4-FFF2-40B4-BE49-F238E27FC236}">
                <a16:creationId xmlns:a16="http://schemas.microsoft.com/office/drawing/2014/main" id="{706505A8-87EA-4BA0-B698-35156BC765D0}"/>
              </a:ext>
            </a:extLst>
          </p:cNvPr>
          <p:cNvSpPr>
            <a:spLocks noGrp="1"/>
          </p:cNvSpPr>
          <p:nvPr>
            <p:ph type="dt" sz="half" idx="15"/>
          </p:nvPr>
        </p:nvSpPr>
        <p:spPr>
          <a:xfrm>
            <a:off x="590249" y="6537073"/>
            <a:ext cx="985275"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E5A79F-CEE8-4C11-A8A5-0D02CD0019B9}" type="datetime4">
              <a:rPr lang="en-US" smtClean="0"/>
              <a:pPr/>
              <a:t>June 2, 2026</a:t>
            </a:fld>
            <a:endParaRPr lang="en-GB"/>
          </a:p>
        </p:txBody>
      </p:sp>
      <p:sp>
        <p:nvSpPr>
          <p:cNvPr id="14" name="Footer Placeholder 8" hidden="1">
            <a:extLst>
              <a:ext uri="{FF2B5EF4-FFF2-40B4-BE49-F238E27FC236}">
                <a16:creationId xmlns:a16="http://schemas.microsoft.com/office/drawing/2014/main" id="{AB150C2C-2030-498B-8262-6BD5BCCBB345}"/>
              </a:ext>
            </a:extLst>
          </p:cNvPr>
          <p:cNvSpPr>
            <a:spLocks noGrp="1"/>
          </p:cNvSpPr>
          <p:nvPr>
            <p:ph type="ftr" sz="quarter" idx="16"/>
          </p:nvPr>
        </p:nvSpPr>
        <p:spPr>
          <a:xfrm>
            <a:off x="1584685" y="6537073"/>
            <a:ext cx="2948351"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5" name="Slide Number Placeholder 10" hidden="1">
            <a:extLst>
              <a:ext uri="{FF2B5EF4-FFF2-40B4-BE49-F238E27FC236}">
                <a16:creationId xmlns:a16="http://schemas.microsoft.com/office/drawing/2014/main" id="{E81B246F-92C7-4EF8-ACD0-05F73C7095BE}"/>
              </a:ext>
            </a:extLst>
          </p:cNvPr>
          <p:cNvSpPr>
            <a:spLocks noGrp="1"/>
          </p:cNvSpPr>
          <p:nvPr>
            <p:ph type="sldNum" sz="quarter" idx="17"/>
          </p:nvPr>
        </p:nvSpPr>
        <p:spPr>
          <a:xfrm>
            <a:off x="320341" y="6537073"/>
            <a:ext cx="265838" cy="141861"/>
          </a:xfrm>
          <a:prstGeom prst="rect">
            <a:avLst/>
          </a:prstGeom>
        </p:spPr>
        <p:txBody>
          <a:bodyPr vert="horz" lIns="0" tIns="0" rIns="0" bIns="0" rtlCol="0" anchor="t" anchorCtr="0"/>
          <a:lstStyle>
            <a:defPPr>
              <a:defRPr lang="en-US"/>
            </a:defPPr>
            <a:lvl1pPr marL="0" algn="l" defTabSz="914400" rtl="0" eaLnBrk="1" latinLnBrk="0" hangingPunct="1">
              <a:defRPr sz="700" b="0" i="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US" smtClean="0"/>
              <a:pPr/>
              <a:t>‹#›</a:t>
            </a:fld>
            <a:endParaRPr lang="en-GB"/>
          </a:p>
        </p:txBody>
      </p:sp>
    </p:spTree>
    <p:extLst>
      <p:ext uri="{BB962C8B-B14F-4D97-AF65-F5344CB8AC3E}">
        <p14:creationId xmlns:p14="http://schemas.microsoft.com/office/powerpoint/2010/main" val="1580278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Photo">
    <p:bg>
      <p:bgRef idx="1001">
        <a:schemeClr val="bg1"/>
      </p:bgRef>
    </p:bg>
    <p:spTree>
      <p:nvGrpSpPr>
        <p:cNvPr id="1" name=""/>
        <p:cNvGrpSpPr/>
        <p:nvPr/>
      </p:nvGrpSpPr>
      <p:grpSpPr>
        <a:xfrm>
          <a:off x="0" y="0"/>
          <a:ext cx="0" cy="0"/>
          <a:chOff x="0" y="0"/>
          <a:chExt cx="0" cy="0"/>
        </a:xfrm>
      </p:grpSpPr>
      <p:pic>
        <p:nvPicPr>
          <p:cNvPr id="10" name="Image 0" descr="preencoded.png">
            <a:extLst>
              <a:ext uri="{FF2B5EF4-FFF2-40B4-BE49-F238E27FC236}">
                <a16:creationId xmlns:a16="http://schemas.microsoft.com/office/drawing/2014/main" id="{9DE307C8-D1C3-00E2-C5B0-2A7EBB98138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12195175" cy="6861496"/>
          </a:xfrm>
          <a:prstGeom prst="rect">
            <a:avLst/>
          </a:prstGeom>
        </p:spPr>
      </p:pic>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52355" y="1230008"/>
            <a:ext cx="5613722" cy="2756252"/>
          </a:xfrm>
          <a:prstGeom prst="rect">
            <a:avLst/>
          </a:prstGeom>
        </p:spPr>
      </p:pic>
      <p:pic>
        <p:nvPicPr>
          <p:cNvPr id="28936725" name="Acquired Company Logo Placeholder" descr="{&quot;templafy&quot;:{&quot;id&quot;:&quot;e24a6e43-600a-4c6b-89de-bcf3787a4fa8&quot;}}"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75176" y="0"/>
            <a:ext cx="4320000" cy="6858000"/>
          </a:xfrm>
        </p:spPr>
        <p:txBody>
          <a:bodyPr anchor="ctr" anchorCtr="0"/>
          <a:lstStyle>
            <a:lvl1pPr marL="0" indent="0" algn="ctr">
              <a:buNone/>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504000" y="2206502"/>
            <a:ext cx="5465762" cy="997196"/>
          </a:xfrm>
        </p:spPr>
        <p:txBody>
          <a:bodyPr anchor="b" anchorCtr="0">
            <a:noAutofit/>
          </a:bodyPr>
          <a:lstStyle>
            <a:lvl1pPr>
              <a:lnSpc>
                <a:spcPct val="90000"/>
              </a:lnSpc>
              <a:defRPr sz="3600" b="0" i="0">
                <a:solidFill>
                  <a:schemeClr val="bg1"/>
                </a:solidFill>
                <a:latin typeface="+mj-lt"/>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979758931" name="LogoWhite-Dynamic" descr="{&quot;templafy&quot;:{&quot;id&quot;:&quot;19613a61-37f7-403e-8a9d-0953593464e8&quot;}}"/>
          <p:cNvPicPr>
            <a:picLocks noChangeAspect="1"/>
          </p:cNvPicPr>
          <p:nvPr/>
        </p:nvPicPr>
        <p:blipFill>
          <a:blip r:embed="rId5"/>
          <a:stretch>
            <a:fillRect/>
          </a:stretch>
        </p:blipFill>
        <p:spPr>
          <a:xfrm>
            <a:off x="504000" y="504000"/>
            <a:ext cx="2997983" cy="360000"/>
          </a:xfrm>
          <a:prstGeom prst="rect">
            <a:avLst/>
          </a:prstGeom>
        </p:spPr>
      </p:pic>
      <p:sp>
        <p:nvSpPr>
          <p:cNvPr id="5" name="Subtitle 2">
            <a:extLst>
              <a:ext uri="{FF2B5EF4-FFF2-40B4-BE49-F238E27FC236}">
                <a16:creationId xmlns:a16="http://schemas.microsoft.com/office/drawing/2014/main" id="{170C7C75-B8E8-8263-D763-8DE1A07D604F}"/>
              </a:ext>
            </a:extLst>
          </p:cNvPr>
          <p:cNvSpPr>
            <a:spLocks noGrp="1"/>
          </p:cNvSpPr>
          <p:nvPr>
            <p:ph type="subTitle" idx="1"/>
          </p:nvPr>
        </p:nvSpPr>
        <p:spPr>
          <a:xfrm>
            <a:off x="504000" y="4267200"/>
            <a:ext cx="5471873" cy="49371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441451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389">
          <p15:clr>
            <a:srgbClr val="FBAE40"/>
          </p15:clr>
        </p15:guide>
        <p15:guide id="3" orient="horz" pos="2688">
          <p15:clr>
            <a:srgbClr val="FBAE40"/>
          </p15:clr>
        </p15:guide>
        <p15:guide id="4" orient="horz" pos="2334">
          <p15:clr>
            <a:srgbClr val="FBAE40"/>
          </p15:clr>
        </p15:guide>
        <p15:guide id="5" orient="horz" pos="2999">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1B90FF"/>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2CB99639-CA6D-C021-C2BB-8FB93A08B673}"/>
              </a:ext>
            </a:extLst>
          </p:cNvPr>
          <p:cNvSpPr/>
          <p:nvPr userDrawn="1"/>
        </p:nvSpPr>
        <p:spPr bwMode="gray">
          <a:xfrm>
            <a:off x="6923314" y="0"/>
            <a:ext cx="5271861" cy="6858000"/>
          </a:xfrm>
          <a:custGeom>
            <a:avLst/>
            <a:gdLst>
              <a:gd name="connsiteX0" fmla="*/ 4527845 w 5271861"/>
              <a:gd name="connsiteY0" fmla="*/ 6407328 h 6858000"/>
              <a:gd name="connsiteX1" fmla="*/ 4527845 w 5271861"/>
              <a:gd name="connsiteY1" fmla="*/ 6579564 h 6858000"/>
              <a:gd name="connsiteX2" fmla="*/ 4716336 w 5271861"/>
              <a:gd name="connsiteY2" fmla="*/ 6579564 h 6858000"/>
              <a:gd name="connsiteX3" fmla="*/ 4898746 w 5271861"/>
              <a:gd name="connsiteY3" fmla="*/ 6407328 h 6858000"/>
              <a:gd name="connsiteX4" fmla="*/ 3485857 w 5271861"/>
              <a:gd name="connsiteY4" fmla="*/ 6407328 h 6858000"/>
              <a:gd name="connsiteX5" fmla="*/ 3485857 w 5271861"/>
              <a:gd name="connsiteY5" fmla="*/ 6579564 h 6858000"/>
              <a:gd name="connsiteX6" fmla="*/ 3674348 w 5271861"/>
              <a:gd name="connsiteY6" fmla="*/ 6579564 h 6858000"/>
              <a:gd name="connsiteX7" fmla="*/ 3856758 w 5271861"/>
              <a:gd name="connsiteY7" fmla="*/ 6407328 h 6858000"/>
              <a:gd name="connsiteX8" fmla="*/ 2443870 w 5271861"/>
              <a:gd name="connsiteY8" fmla="*/ 6407328 h 6858000"/>
              <a:gd name="connsiteX9" fmla="*/ 2443870 w 5271861"/>
              <a:gd name="connsiteY9" fmla="*/ 6579564 h 6858000"/>
              <a:gd name="connsiteX10" fmla="*/ 2635134 w 5271861"/>
              <a:gd name="connsiteY10" fmla="*/ 6579564 h 6858000"/>
              <a:gd name="connsiteX11" fmla="*/ 2820227 w 5271861"/>
              <a:gd name="connsiteY11" fmla="*/ 6407328 h 6858000"/>
              <a:gd name="connsiteX12" fmla="*/ 1407336 w 5271861"/>
              <a:gd name="connsiteY12" fmla="*/ 6407328 h 6858000"/>
              <a:gd name="connsiteX13" fmla="*/ 1407336 w 5271861"/>
              <a:gd name="connsiteY13" fmla="*/ 6579564 h 6858000"/>
              <a:gd name="connsiteX14" fmla="*/ 1595827 w 5271861"/>
              <a:gd name="connsiteY14" fmla="*/ 6579564 h 6858000"/>
              <a:gd name="connsiteX15" fmla="*/ 1778237 w 5271861"/>
              <a:gd name="connsiteY15" fmla="*/ 6407328 h 6858000"/>
              <a:gd name="connsiteX16" fmla="*/ 365348 w 5271861"/>
              <a:gd name="connsiteY16" fmla="*/ 6407328 h 6858000"/>
              <a:gd name="connsiteX17" fmla="*/ 365348 w 5271861"/>
              <a:gd name="connsiteY17" fmla="*/ 6579564 h 6858000"/>
              <a:gd name="connsiteX18" fmla="*/ 553839 w 5271861"/>
              <a:gd name="connsiteY18" fmla="*/ 6579564 h 6858000"/>
              <a:gd name="connsiteX19" fmla="*/ 736249 w 5271861"/>
              <a:gd name="connsiteY19" fmla="*/ 6407328 h 6858000"/>
              <a:gd name="connsiteX20" fmla="*/ 4527845 w 5271861"/>
              <a:gd name="connsiteY20" fmla="*/ 5635335 h 6858000"/>
              <a:gd name="connsiteX21" fmla="*/ 4527845 w 5271861"/>
              <a:gd name="connsiteY21" fmla="*/ 5807571 h 6858000"/>
              <a:gd name="connsiteX22" fmla="*/ 4716336 w 5271861"/>
              <a:gd name="connsiteY22" fmla="*/ 5807571 h 6858000"/>
              <a:gd name="connsiteX23" fmla="*/ 4898746 w 5271861"/>
              <a:gd name="connsiteY23" fmla="*/ 5635335 h 6858000"/>
              <a:gd name="connsiteX24" fmla="*/ 3485857 w 5271861"/>
              <a:gd name="connsiteY24" fmla="*/ 5635335 h 6858000"/>
              <a:gd name="connsiteX25" fmla="*/ 3485857 w 5271861"/>
              <a:gd name="connsiteY25" fmla="*/ 5807571 h 6858000"/>
              <a:gd name="connsiteX26" fmla="*/ 3674348 w 5271861"/>
              <a:gd name="connsiteY26" fmla="*/ 5807571 h 6858000"/>
              <a:gd name="connsiteX27" fmla="*/ 3856758 w 5271861"/>
              <a:gd name="connsiteY27" fmla="*/ 5635335 h 6858000"/>
              <a:gd name="connsiteX28" fmla="*/ 2443870 w 5271861"/>
              <a:gd name="connsiteY28" fmla="*/ 5635335 h 6858000"/>
              <a:gd name="connsiteX29" fmla="*/ 2443870 w 5271861"/>
              <a:gd name="connsiteY29" fmla="*/ 5807571 h 6858000"/>
              <a:gd name="connsiteX30" fmla="*/ 2635134 w 5271861"/>
              <a:gd name="connsiteY30" fmla="*/ 5807571 h 6858000"/>
              <a:gd name="connsiteX31" fmla="*/ 2820227 w 5271861"/>
              <a:gd name="connsiteY31" fmla="*/ 5635335 h 6858000"/>
              <a:gd name="connsiteX32" fmla="*/ 1407336 w 5271861"/>
              <a:gd name="connsiteY32" fmla="*/ 5635335 h 6858000"/>
              <a:gd name="connsiteX33" fmla="*/ 1407336 w 5271861"/>
              <a:gd name="connsiteY33" fmla="*/ 5807571 h 6858000"/>
              <a:gd name="connsiteX34" fmla="*/ 1595827 w 5271861"/>
              <a:gd name="connsiteY34" fmla="*/ 5807571 h 6858000"/>
              <a:gd name="connsiteX35" fmla="*/ 1778237 w 5271861"/>
              <a:gd name="connsiteY35" fmla="*/ 5635335 h 6858000"/>
              <a:gd name="connsiteX36" fmla="*/ 365348 w 5271861"/>
              <a:gd name="connsiteY36" fmla="*/ 5635335 h 6858000"/>
              <a:gd name="connsiteX37" fmla="*/ 365348 w 5271861"/>
              <a:gd name="connsiteY37" fmla="*/ 5807571 h 6858000"/>
              <a:gd name="connsiteX38" fmla="*/ 553839 w 5271861"/>
              <a:gd name="connsiteY38" fmla="*/ 5807571 h 6858000"/>
              <a:gd name="connsiteX39" fmla="*/ 736249 w 5271861"/>
              <a:gd name="connsiteY39" fmla="*/ 5635335 h 6858000"/>
              <a:gd name="connsiteX40" fmla="*/ 4527845 w 5271861"/>
              <a:gd name="connsiteY40" fmla="*/ 4869722 h 6858000"/>
              <a:gd name="connsiteX41" fmla="*/ 4527845 w 5271861"/>
              <a:gd name="connsiteY41" fmla="*/ 5041958 h 6858000"/>
              <a:gd name="connsiteX42" fmla="*/ 4716336 w 5271861"/>
              <a:gd name="connsiteY42" fmla="*/ 5041958 h 6858000"/>
              <a:gd name="connsiteX43" fmla="*/ 4898746 w 5271861"/>
              <a:gd name="connsiteY43" fmla="*/ 4869722 h 6858000"/>
              <a:gd name="connsiteX44" fmla="*/ 3485857 w 5271861"/>
              <a:gd name="connsiteY44" fmla="*/ 4869722 h 6858000"/>
              <a:gd name="connsiteX45" fmla="*/ 3485857 w 5271861"/>
              <a:gd name="connsiteY45" fmla="*/ 5041958 h 6858000"/>
              <a:gd name="connsiteX46" fmla="*/ 3674348 w 5271861"/>
              <a:gd name="connsiteY46" fmla="*/ 5041958 h 6858000"/>
              <a:gd name="connsiteX47" fmla="*/ 3856758 w 5271861"/>
              <a:gd name="connsiteY47" fmla="*/ 4869722 h 6858000"/>
              <a:gd name="connsiteX48" fmla="*/ 2443870 w 5271861"/>
              <a:gd name="connsiteY48" fmla="*/ 4869722 h 6858000"/>
              <a:gd name="connsiteX49" fmla="*/ 2443870 w 5271861"/>
              <a:gd name="connsiteY49" fmla="*/ 5041958 h 6858000"/>
              <a:gd name="connsiteX50" fmla="*/ 2635134 w 5271861"/>
              <a:gd name="connsiteY50" fmla="*/ 5041958 h 6858000"/>
              <a:gd name="connsiteX51" fmla="*/ 2820227 w 5271861"/>
              <a:gd name="connsiteY51" fmla="*/ 4869722 h 6858000"/>
              <a:gd name="connsiteX52" fmla="*/ 1407336 w 5271861"/>
              <a:gd name="connsiteY52" fmla="*/ 4869722 h 6858000"/>
              <a:gd name="connsiteX53" fmla="*/ 1407336 w 5271861"/>
              <a:gd name="connsiteY53" fmla="*/ 5041958 h 6858000"/>
              <a:gd name="connsiteX54" fmla="*/ 1595827 w 5271861"/>
              <a:gd name="connsiteY54" fmla="*/ 5041958 h 6858000"/>
              <a:gd name="connsiteX55" fmla="*/ 1778237 w 5271861"/>
              <a:gd name="connsiteY55" fmla="*/ 4869722 h 6858000"/>
              <a:gd name="connsiteX56" fmla="*/ 365348 w 5271861"/>
              <a:gd name="connsiteY56" fmla="*/ 4869722 h 6858000"/>
              <a:gd name="connsiteX57" fmla="*/ 365348 w 5271861"/>
              <a:gd name="connsiteY57" fmla="*/ 5041958 h 6858000"/>
              <a:gd name="connsiteX58" fmla="*/ 553839 w 5271861"/>
              <a:gd name="connsiteY58" fmla="*/ 5041958 h 6858000"/>
              <a:gd name="connsiteX59" fmla="*/ 736249 w 5271861"/>
              <a:gd name="connsiteY59" fmla="*/ 4869722 h 6858000"/>
              <a:gd name="connsiteX60" fmla="*/ 4527845 w 5271861"/>
              <a:gd name="connsiteY60" fmla="*/ 4097728 h 6858000"/>
              <a:gd name="connsiteX61" fmla="*/ 4527845 w 5271861"/>
              <a:gd name="connsiteY61" fmla="*/ 4269964 h 6858000"/>
              <a:gd name="connsiteX62" fmla="*/ 4716336 w 5271861"/>
              <a:gd name="connsiteY62" fmla="*/ 4269964 h 6858000"/>
              <a:gd name="connsiteX63" fmla="*/ 4898746 w 5271861"/>
              <a:gd name="connsiteY63" fmla="*/ 4097728 h 6858000"/>
              <a:gd name="connsiteX64" fmla="*/ 3485857 w 5271861"/>
              <a:gd name="connsiteY64" fmla="*/ 4097728 h 6858000"/>
              <a:gd name="connsiteX65" fmla="*/ 3485857 w 5271861"/>
              <a:gd name="connsiteY65" fmla="*/ 4269964 h 6858000"/>
              <a:gd name="connsiteX66" fmla="*/ 3674348 w 5271861"/>
              <a:gd name="connsiteY66" fmla="*/ 4269964 h 6858000"/>
              <a:gd name="connsiteX67" fmla="*/ 3856758 w 5271861"/>
              <a:gd name="connsiteY67" fmla="*/ 4097728 h 6858000"/>
              <a:gd name="connsiteX68" fmla="*/ 2443870 w 5271861"/>
              <a:gd name="connsiteY68" fmla="*/ 4097728 h 6858000"/>
              <a:gd name="connsiteX69" fmla="*/ 2443870 w 5271861"/>
              <a:gd name="connsiteY69" fmla="*/ 4269964 h 6858000"/>
              <a:gd name="connsiteX70" fmla="*/ 2635134 w 5271861"/>
              <a:gd name="connsiteY70" fmla="*/ 4269964 h 6858000"/>
              <a:gd name="connsiteX71" fmla="*/ 2820227 w 5271861"/>
              <a:gd name="connsiteY71" fmla="*/ 4097728 h 6858000"/>
              <a:gd name="connsiteX72" fmla="*/ 1407336 w 5271861"/>
              <a:gd name="connsiteY72" fmla="*/ 4097728 h 6858000"/>
              <a:gd name="connsiteX73" fmla="*/ 1407336 w 5271861"/>
              <a:gd name="connsiteY73" fmla="*/ 4269964 h 6858000"/>
              <a:gd name="connsiteX74" fmla="*/ 1595827 w 5271861"/>
              <a:gd name="connsiteY74" fmla="*/ 4269964 h 6858000"/>
              <a:gd name="connsiteX75" fmla="*/ 1778237 w 5271861"/>
              <a:gd name="connsiteY75" fmla="*/ 4097728 h 6858000"/>
              <a:gd name="connsiteX76" fmla="*/ 365348 w 5271861"/>
              <a:gd name="connsiteY76" fmla="*/ 4097728 h 6858000"/>
              <a:gd name="connsiteX77" fmla="*/ 365348 w 5271861"/>
              <a:gd name="connsiteY77" fmla="*/ 4269964 h 6858000"/>
              <a:gd name="connsiteX78" fmla="*/ 553839 w 5271861"/>
              <a:gd name="connsiteY78" fmla="*/ 4269964 h 6858000"/>
              <a:gd name="connsiteX79" fmla="*/ 736249 w 5271861"/>
              <a:gd name="connsiteY79" fmla="*/ 4097728 h 6858000"/>
              <a:gd name="connsiteX80" fmla="*/ 4527847 w 5271861"/>
              <a:gd name="connsiteY80" fmla="*/ 3332115 h 6858000"/>
              <a:gd name="connsiteX81" fmla="*/ 4527847 w 5271861"/>
              <a:gd name="connsiteY81" fmla="*/ 3497972 h 6858000"/>
              <a:gd name="connsiteX82" fmla="*/ 4716338 w 5271861"/>
              <a:gd name="connsiteY82" fmla="*/ 3497972 h 6858000"/>
              <a:gd name="connsiteX83" fmla="*/ 4898750 w 5271861"/>
              <a:gd name="connsiteY83" fmla="*/ 3332115 h 6858000"/>
              <a:gd name="connsiteX84" fmla="*/ 3485859 w 5271861"/>
              <a:gd name="connsiteY84" fmla="*/ 3332115 h 6858000"/>
              <a:gd name="connsiteX85" fmla="*/ 3485859 w 5271861"/>
              <a:gd name="connsiteY85" fmla="*/ 3497972 h 6858000"/>
              <a:gd name="connsiteX86" fmla="*/ 3674350 w 5271861"/>
              <a:gd name="connsiteY86" fmla="*/ 3497972 h 6858000"/>
              <a:gd name="connsiteX87" fmla="*/ 3856762 w 5271861"/>
              <a:gd name="connsiteY87" fmla="*/ 3332115 h 6858000"/>
              <a:gd name="connsiteX88" fmla="*/ 2443871 w 5271861"/>
              <a:gd name="connsiteY88" fmla="*/ 3332115 h 6858000"/>
              <a:gd name="connsiteX89" fmla="*/ 2443871 w 5271861"/>
              <a:gd name="connsiteY89" fmla="*/ 3497972 h 6858000"/>
              <a:gd name="connsiteX90" fmla="*/ 2635134 w 5271861"/>
              <a:gd name="connsiteY90" fmla="*/ 3497972 h 6858000"/>
              <a:gd name="connsiteX91" fmla="*/ 2820228 w 5271861"/>
              <a:gd name="connsiteY91" fmla="*/ 3332115 h 6858000"/>
              <a:gd name="connsiteX92" fmla="*/ 1407338 w 5271861"/>
              <a:gd name="connsiteY92" fmla="*/ 3332115 h 6858000"/>
              <a:gd name="connsiteX93" fmla="*/ 1407338 w 5271861"/>
              <a:gd name="connsiteY93" fmla="*/ 3497972 h 6858000"/>
              <a:gd name="connsiteX94" fmla="*/ 1595829 w 5271861"/>
              <a:gd name="connsiteY94" fmla="*/ 3497972 h 6858000"/>
              <a:gd name="connsiteX95" fmla="*/ 1778241 w 5271861"/>
              <a:gd name="connsiteY95" fmla="*/ 3332115 h 6858000"/>
              <a:gd name="connsiteX96" fmla="*/ 365350 w 5271861"/>
              <a:gd name="connsiteY96" fmla="*/ 3332115 h 6858000"/>
              <a:gd name="connsiteX97" fmla="*/ 365350 w 5271861"/>
              <a:gd name="connsiteY97" fmla="*/ 3497972 h 6858000"/>
              <a:gd name="connsiteX98" fmla="*/ 553841 w 5271861"/>
              <a:gd name="connsiteY98" fmla="*/ 3497972 h 6858000"/>
              <a:gd name="connsiteX99" fmla="*/ 736253 w 5271861"/>
              <a:gd name="connsiteY99" fmla="*/ 3332115 h 6858000"/>
              <a:gd name="connsiteX100" fmla="*/ 4527845 w 5271861"/>
              <a:gd name="connsiteY100" fmla="*/ 2560122 h 6858000"/>
              <a:gd name="connsiteX101" fmla="*/ 4527845 w 5271861"/>
              <a:gd name="connsiteY101" fmla="*/ 2732358 h 6858000"/>
              <a:gd name="connsiteX102" fmla="*/ 4716336 w 5271861"/>
              <a:gd name="connsiteY102" fmla="*/ 2732358 h 6858000"/>
              <a:gd name="connsiteX103" fmla="*/ 4898746 w 5271861"/>
              <a:gd name="connsiteY103" fmla="*/ 2560122 h 6858000"/>
              <a:gd name="connsiteX104" fmla="*/ 3485857 w 5271861"/>
              <a:gd name="connsiteY104" fmla="*/ 2560122 h 6858000"/>
              <a:gd name="connsiteX105" fmla="*/ 3485857 w 5271861"/>
              <a:gd name="connsiteY105" fmla="*/ 2732358 h 6858000"/>
              <a:gd name="connsiteX106" fmla="*/ 3674348 w 5271861"/>
              <a:gd name="connsiteY106" fmla="*/ 2732358 h 6858000"/>
              <a:gd name="connsiteX107" fmla="*/ 3856758 w 5271861"/>
              <a:gd name="connsiteY107" fmla="*/ 2560122 h 6858000"/>
              <a:gd name="connsiteX108" fmla="*/ 2443870 w 5271861"/>
              <a:gd name="connsiteY108" fmla="*/ 2560122 h 6858000"/>
              <a:gd name="connsiteX109" fmla="*/ 2443870 w 5271861"/>
              <a:gd name="connsiteY109" fmla="*/ 2732358 h 6858000"/>
              <a:gd name="connsiteX110" fmla="*/ 2635134 w 5271861"/>
              <a:gd name="connsiteY110" fmla="*/ 2732358 h 6858000"/>
              <a:gd name="connsiteX111" fmla="*/ 2820227 w 5271861"/>
              <a:gd name="connsiteY111" fmla="*/ 2560122 h 6858000"/>
              <a:gd name="connsiteX112" fmla="*/ 1407336 w 5271861"/>
              <a:gd name="connsiteY112" fmla="*/ 2560122 h 6858000"/>
              <a:gd name="connsiteX113" fmla="*/ 1407336 w 5271861"/>
              <a:gd name="connsiteY113" fmla="*/ 2732358 h 6858000"/>
              <a:gd name="connsiteX114" fmla="*/ 1595827 w 5271861"/>
              <a:gd name="connsiteY114" fmla="*/ 2732358 h 6858000"/>
              <a:gd name="connsiteX115" fmla="*/ 1778237 w 5271861"/>
              <a:gd name="connsiteY115" fmla="*/ 2560122 h 6858000"/>
              <a:gd name="connsiteX116" fmla="*/ 365348 w 5271861"/>
              <a:gd name="connsiteY116" fmla="*/ 2560122 h 6858000"/>
              <a:gd name="connsiteX117" fmla="*/ 365348 w 5271861"/>
              <a:gd name="connsiteY117" fmla="*/ 2732357 h 6858000"/>
              <a:gd name="connsiteX118" fmla="*/ 553839 w 5271861"/>
              <a:gd name="connsiteY118" fmla="*/ 2732357 h 6858000"/>
              <a:gd name="connsiteX119" fmla="*/ 736249 w 5271861"/>
              <a:gd name="connsiteY119" fmla="*/ 2560122 h 6858000"/>
              <a:gd name="connsiteX120" fmla="*/ 4527845 w 5271861"/>
              <a:gd name="connsiteY120" fmla="*/ 1788129 h 6858000"/>
              <a:gd name="connsiteX121" fmla="*/ 4527845 w 5271861"/>
              <a:gd name="connsiteY121" fmla="*/ 1960365 h 6858000"/>
              <a:gd name="connsiteX122" fmla="*/ 4716336 w 5271861"/>
              <a:gd name="connsiteY122" fmla="*/ 1960365 h 6858000"/>
              <a:gd name="connsiteX123" fmla="*/ 4898746 w 5271861"/>
              <a:gd name="connsiteY123" fmla="*/ 1788129 h 6858000"/>
              <a:gd name="connsiteX124" fmla="*/ 3485857 w 5271861"/>
              <a:gd name="connsiteY124" fmla="*/ 1788129 h 6858000"/>
              <a:gd name="connsiteX125" fmla="*/ 3485857 w 5271861"/>
              <a:gd name="connsiteY125" fmla="*/ 1960365 h 6858000"/>
              <a:gd name="connsiteX126" fmla="*/ 3674348 w 5271861"/>
              <a:gd name="connsiteY126" fmla="*/ 1960365 h 6858000"/>
              <a:gd name="connsiteX127" fmla="*/ 3856758 w 5271861"/>
              <a:gd name="connsiteY127" fmla="*/ 1788129 h 6858000"/>
              <a:gd name="connsiteX128" fmla="*/ 2443870 w 5271861"/>
              <a:gd name="connsiteY128" fmla="*/ 1788129 h 6858000"/>
              <a:gd name="connsiteX129" fmla="*/ 2443870 w 5271861"/>
              <a:gd name="connsiteY129" fmla="*/ 1960365 h 6858000"/>
              <a:gd name="connsiteX130" fmla="*/ 2635134 w 5271861"/>
              <a:gd name="connsiteY130" fmla="*/ 1960365 h 6858000"/>
              <a:gd name="connsiteX131" fmla="*/ 2820227 w 5271861"/>
              <a:gd name="connsiteY131" fmla="*/ 1788129 h 6858000"/>
              <a:gd name="connsiteX132" fmla="*/ 1407336 w 5271861"/>
              <a:gd name="connsiteY132" fmla="*/ 1788129 h 6858000"/>
              <a:gd name="connsiteX133" fmla="*/ 1407336 w 5271861"/>
              <a:gd name="connsiteY133" fmla="*/ 1960365 h 6858000"/>
              <a:gd name="connsiteX134" fmla="*/ 1595827 w 5271861"/>
              <a:gd name="connsiteY134" fmla="*/ 1960365 h 6858000"/>
              <a:gd name="connsiteX135" fmla="*/ 1778237 w 5271861"/>
              <a:gd name="connsiteY135" fmla="*/ 1788129 h 6858000"/>
              <a:gd name="connsiteX136" fmla="*/ 365348 w 5271861"/>
              <a:gd name="connsiteY136" fmla="*/ 1788128 h 6858000"/>
              <a:gd name="connsiteX137" fmla="*/ 365348 w 5271861"/>
              <a:gd name="connsiteY137" fmla="*/ 1960364 h 6858000"/>
              <a:gd name="connsiteX138" fmla="*/ 553839 w 5271861"/>
              <a:gd name="connsiteY138" fmla="*/ 1960364 h 6858000"/>
              <a:gd name="connsiteX139" fmla="*/ 736249 w 5271861"/>
              <a:gd name="connsiteY139" fmla="*/ 1788128 h 6858000"/>
              <a:gd name="connsiteX140" fmla="*/ 4527845 w 5271861"/>
              <a:gd name="connsiteY140" fmla="*/ 1022516 h 6858000"/>
              <a:gd name="connsiteX141" fmla="*/ 4527845 w 5271861"/>
              <a:gd name="connsiteY141" fmla="*/ 1194753 h 6858000"/>
              <a:gd name="connsiteX142" fmla="*/ 4716336 w 5271861"/>
              <a:gd name="connsiteY142" fmla="*/ 1194753 h 6858000"/>
              <a:gd name="connsiteX143" fmla="*/ 4898746 w 5271861"/>
              <a:gd name="connsiteY143" fmla="*/ 1022516 h 6858000"/>
              <a:gd name="connsiteX144" fmla="*/ 3485857 w 5271861"/>
              <a:gd name="connsiteY144" fmla="*/ 1022516 h 6858000"/>
              <a:gd name="connsiteX145" fmla="*/ 3485857 w 5271861"/>
              <a:gd name="connsiteY145" fmla="*/ 1194753 h 6858000"/>
              <a:gd name="connsiteX146" fmla="*/ 3674348 w 5271861"/>
              <a:gd name="connsiteY146" fmla="*/ 1194753 h 6858000"/>
              <a:gd name="connsiteX147" fmla="*/ 3856758 w 5271861"/>
              <a:gd name="connsiteY147" fmla="*/ 1022516 h 6858000"/>
              <a:gd name="connsiteX148" fmla="*/ 2443870 w 5271861"/>
              <a:gd name="connsiteY148" fmla="*/ 1022516 h 6858000"/>
              <a:gd name="connsiteX149" fmla="*/ 2443870 w 5271861"/>
              <a:gd name="connsiteY149" fmla="*/ 1194753 h 6858000"/>
              <a:gd name="connsiteX150" fmla="*/ 2635134 w 5271861"/>
              <a:gd name="connsiteY150" fmla="*/ 1194753 h 6858000"/>
              <a:gd name="connsiteX151" fmla="*/ 2820227 w 5271861"/>
              <a:gd name="connsiteY151" fmla="*/ 1022516 h 6858000"/>
              <a:gd name="connsiteX152" fmla="*/ 1407336 w 5271861"/>
              <a:gd name="connsiteY152" fmla="*/ 1022516 h 6858000"/>
              <a:gd name="connsiteX153" fmla="*/ 1407336 w 5271861"/>
              <a:gd name="connsiteY153" fmla="*/ 1194753 h 6858000"/>
              <a:gd name="connsiteX154" fmla="*/ 1595827 w 5271861"/>
              <a:gd name="connsiteY154" fmla="*/ 1194753 h 6858000"/>
              <a:gd name="connsiteX155" fmla="*/ 1778237 w 5271861"/>
              <a:gd name="connsiteY155" fmla="*/ 1022516 h 6858000"/>
              <a:gd name="connsiteX156" fmla="*/ 365348 w 5271861"/>
              <a:gd name="connsiteY156" fmla="*/ 1022515 h 6858000"/>
              <a:gd name="connsiteX157" fmla="*/ 365348 w 5271861"/>
              <a:gd name="connsiteY157" fmla="*/ 1194751 h 6858000"/>
              <a:gd name="connsiteX158" fmla="*/ 553839 w 5271861"/>
              <a:gd name="connsiteY158" fmla="*/ 1194751 h 6858000"/>
              <a:gd name="connsiteX159" fmla="*/ 736249 w 5271861"/>
              <a:gd name="connsiteY159" fmla="*/ 1022515 h 6858000"/>
              <a:gd name="connsiteX160" fmla="*/ 4527845 w 5271861"/>
              <a:gd name="connsiteY160" fmla="*/ 250524 h 6858000"/>
              <a:gd name="connsiteX161" fmla="*/ 4527845 w 5271861"/>
              <a:gd name="connsiteY161" fmla="*/ 422759 h 6858000"/>
              <a:gd name="connsiteX162" fmla="*/ 4716336 w 5271861"/>
              <a:gd name="connsiteY162" fmla="*/ 422759 h 6858000"/>
              <a:gd name="connsiteX163" fmla="*/ 4898746 w 5271861"/>
              <a:gd name="connsiteY163" fmla="*/ 250524 h 6858000"/>
              <a:gd name="connsiteX164" fmla="*/ 3485857 w 5271861"/>
              <a:gd name="connsiteY164" fmla="*/ 250524 h 6858000"/>
              <a:gd name="connsiteX165" fmla="*/ 3485857 w 5271861"/>
              <a:gd name="connsiteY165" fmla="*/ 422759 h 6858000"/>
              <a:gd name="connsiteX166" fmla="*/ 3674348 w 5271861"/>
              <a:gd name="connsiteY166" fmla="*/ 422759 h 6858000"/>
              <a:gd name="connsiteX167" fmla="*/ 3856758 w 5271861"/>
              <a:gd name="connsiteY167" fmla="*/ 250524 h 6858000"/>
              <a:gd name="connsiteX168" fmla="*/ 2443870 w 5271861"/>
              <a:gd name="connsiteY168" fmla="*/ 250524 h 6858000"/>
              <a:gd name="connsiteX169" fmla="*/ 2443870 w 5271861"/>
              <a:gd name="connsiteY169" fmla="*/ 422759 h 6858000"/>
              <a:gd name="connsiteX170" fmla="*/ 2635134 w 5271861"/>
              <a:gd name="connsiteY170" fmla="*/ 422759 h 6858000"/>
              <a:gd name="connsiteX171" fmla="*/ 2820227 w 5271861"/>
              <a:gd name="connsiteY171" fmla="*/ 250524 h 6858000"/>
              <a:gd name="connsiteX172" fmla="*/ 1407336 w 5271861"/>
              <a:gd name="connsiteY172" fmla="*/ 250524 h 6858000"/>
              <a:gd name="connsiteX173" fmla="*/ 1407336 w 5271861"/>
              <a:gd name="connsiteY173" fmla="*/ 422759 h 6858000"/>
              <a:gd name="connsiteX174" fmla="*/ 1595827 w 5271861"/>
              <a:gd name="connsiteY174" fmla="*/ 422759 h 6858000"/>
              <a:gd name="connsiteX175" fmla="*/ 1778237 w 5271861"/>
              <a:gd name="connsiteY175" fmla="*/ 250524 h 6858000"/>
              <a:gd name="connsiteX176" fmla="*/ 365348 w 5271861"/>
              <a:gd name="connsiteY176" fmla="*/ 250522 h 6858000"/>
              <a:gd name="connsiteX177" fmla="*/ 365348 w 5271861"/>
              <a:gd name="connsiteY177" fmla="*/ 422758 h 6858000"/>
              <a:gd name="connsiteX178" fmla="*/ 553839 w 5271861"/>
              <a:gd name="connsiteY178" fmla="*/ 422758 h 6858000"/>
              <a:gd name="connsiteX179" fmla="*/ 736249 w 5271861"/>
              <a:gd name="connsiteY179" fmla="*/ 250522 h 6858000"/>
              <a:gd name="connsiteX180" fmla="*/ 0 w 5271861"/>
              <a:gd name="connsiteY180" fmla="*/ 0 h 6858000"/>
              <a:gd name="connsiteX181" fmla="*/ 4923065 w 5271861"/>
              <a:gd name="connsiteY181" fmla="*/ 0 h 6858000"/>
              <a:gd name="connsiteX182" fmla="*/ 5092917 w 5271861"/>
              <a:gd name="connsiteY182" fmla="*/ 0 h 6858000"/>
              <a:gd name="connsiteX183" fmla="*/ 5271861 w 5271861"/>
              <a:gd name="connsiteY183" fmla="*/ 0 h 6858000"/>
              <a:gd name="connsiteX184" fmla="*/ 5271861 w 5271861"/>
              <a:gd name="connsiteY184" fmla="*/ 6858000 h 6858000"/>
              <a:gd name="connsiteX185" fmla="*/ 5092917 w 5271861"/>
              <a:gd name="connsiteY185" fmla="*/ 6858000 h 6858000"/>
              <a:gd name="connsiteX186" fmla="*/ 4923065 w 5271861"/>
              <a:gd name="connsiteY186" fmla="*/ 6858000 h 6858000"/>
              <a:gd name="connsiteX187" fmla="*/ 0 w 5271861"/>
              <a:gd name="connsiteY18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271861" h="6858000">
                <a:moveTo>
                  <a:pt x="4527845" y="6407328"/>
                </a:moveTo>
                <a:lnTo>
                  <a:pt x="4527845" y="6579564"/>
                </a:lnTo>
                <a:lnTo>
                  <a:pt x="4716336" y="6579564"/>
                </a:lnTo>
                <a:lnTo>
                  <a:pt x="4898746" y="6407328"/>
                </a:lnTo>
                <a:close/>
                <a:moveTo>
                  <a:pt x="3485857" y="6407328"/>
                </a:moveTo>
                <a:lnTo>
                  <a:pt x="3485857" y="6579564"/>
                </a:lnTo>
                <a:lnTo>
                  <a:pt x="3674348" y="6579564"/>
                </a:lnTo>
                <a:lnTo>
                  <a:pt x="3856758" y="6407328"/>
                </a:lnTo>
                <a:close/>
                <a:moveTo>
                  <a:pt x="2443870" y="6407328"/>
                </a:moveTo>
                <a:lnTo>
                  <a:pt x="2443870" y="6579564"/>
                </a:lnTo>
                <a:lnTo>
                  <a:pt x="2635134" y="6579564"/>
                </a:lnTo>
                <a:lnTo>
                  <a:pt x="2820227" y="6407328"/>
                </a:lnTo>
                <a:close/>
                <a:moveTo>
                  <a:pt x="1407336" y="6407328"/>
                </a:moveTo>
                <a:lnTo>
                  <a:pt x="1407336" y="6579564"/>
                </a:lnTo>
                <a:lnTo>
                  <a:pt x="1595827" y="6579564"/>
                </a:lnTo>
                <a:lnTo>
                  <a:pt x="1778237" y="6407328"/>
                </a:lnTo>
                <a:close/>
                <a:moveTo>
                  <a:pt x="365348" y="6407328"/>
                </a:moveTo>
                <a:lnTo>
                  <a:pt x="365348" y="6579564"/>
                </a:lnTo>
                <a:lnTo>
                  <a:pt x="553839" y="6579564"/>
                </a:lnTo>
                <a:lnTo>
                  <a:pt x="736249" y="6407328"/>
                </a:lnTo>
                <a:close/>
                <a:moveTo>
                  <a:pt x="4527845" y="5635335"/>
                </a:moveTo>
                <a:lnTo>
                  <a:pt x="4527845" y="5807571"/>
                </a:lnTo>
                <a:lnTo>
                  <a:pt x="4716336" y="5807571"/>
                </a:lnTo>
                <a:lnTo>
                  <a:pt x="4898746" y="5635335"/>
                </a:lnTo>
                <a:close/>
                <a:moveTo>
                  <a:pt x="3485857" y="5635335"/>
                </a:moveTo>
                <a:lnTo>
                  <a:pt x="3485857" y="5807571"/>
                </a:lnTo>
                <a:lnTo>
                  <a:pt x="3674348" y="5807571"/>
                </a:lnTo>
                <a:lnTo>
                  <a:pt x="3856758" y="5635335"/>
                </a:lnTo>
                <a:close/>
                <a:moveTo>
                  <a:pt x="2443870" y="5635335"/>
                </a:moveTo>
                <a:lnTo>
                  <a:pt x="2443870" y="5807571"/>
                </a:lnTo>
                <a:lnTo>
                  <a:pt x="2635134" y="5807571"/>
                </a:lnTo>
                <a:lnTo>
                  <a:pt x="2820227" y="5635335"/>
                </a:lnTo>
                <a:close/>
                <a:moveTo>
                  <a:pt x="1407336" y="5635335"/>
                </a:moveTo>
                <a:lnTo>
                  <a:pt x="1407336" y="5807571"/>
                </a:lnTo>
                <a:lnTo>
                  <a:pt x="1595827" y="5807571"/>
                </a:lnTo>
                <a:lnTo>
                  <a:pt x="1778237" y="5635335"/>
                </a:lnTo>
                <a:close/>
                <a:moveTo>
                  <a:pt x="365348" y="5635335"/>
                </a:moveTo>
                <a:lnTo>
                  <a:pt x="365348" y="5807571"/>
                </a:lnTo>
                <a:lnTo>
                  <a:pt x="553839" y="5807571"/>
                </a:lnTo>
                <a:lnTo>
                  <a:pt x="736249" y="5635335"/>
                </a:lnTo>
                <a:close/>
                <a:moveTo>
                  <a:pt x="4527845" y="4869722"/>
                </a:moveTo>
                <a:lnTo>
                  <a:pt x="4527845" y="5041958"/>
                </a:lnTo>
                <a:lnTo>
                  <a:pt x="4716336" y="5041958"/>
                </a:lnTo>
                <a:lnTo>
                  <a:pt x="4898746" y="4869722"/>
                </a:lnTo>
                <a:close/>
                <a:moveTo>
                  <a:pt x="3485857" y="4869722"/>
                </a:moveTo>
                <a:lnTo>
                  <a:pt x="3485857" y="5041958"/>
                </a:lnTo>
                <a:lnTo>
                  <a:pt x="3674348" y="5041958"/>
                </a:lnTo>
                <a:lnTo>
                  <a:pt x="3856758" y="4869722"/>
                </a:lnTo>
                <a:close/>
                <a:moveTo>
                  <a:pt x="2443870" y="4869722"/>
                </a:moveTo>
                <a:lnTo>
                  <a:pt x="2443870" y="5041958"/>
                </a:lnTo>
                <a:lnTo>
                  <a:pt x="2635134" y="5041958"/>
                </a:lnTo>
                <a:lnTo>
                  <a:pt x="2820227" y="4869722"/>
                </a:lnTo>
                <a:close/>
                <a:moveTo>
                  <a:pt x="1407336" y="4869722"/>
                </a:moveTo>
                <a:lnTo>
                  <a:pt x="1407336" y="5041958"/>
                </a:lnTo>
                <a:lnTo>
                  <a:pt x="1595827" y="5041958"/>
                </a:lnTo>
                <a:lnTo>
                  <a:pt x="1778237" y="4869722"/>
                </a:lnTo>
                <a:close/>
                <a:moveTo>
                  <a:pt x="365348" y="4869722"/>
                </a:moveTo>
                <a:lnTo>
                  <a:pt x="365348" y="5041958"/>
                </a:lnTo>
                <a:lnTo>
                  <a:pt x="553839" y="5041958"/>
                </a:lnTo>
                <a:lnTo>
                  <a:pt x="736249" y="4869722"/>
                </a:lnTo>
                <a:close/>
                <a:moveTo>
                  <a:pt x="4527845" y="4097728"/>
                </a:moveTo>
                <a:lnTo>
                  <a:pt x="4527845" y="4269964"/>
                </a:lnTo>
                <a:lnTo>
                  <a:pt x="4716336" y="4269964"/>
                </a:lnTo>
                <a:lnTo>
                  <a:pt x="4898746" y="4097728"/>
                </a:lnTo>
                <a:close/>
                <a:moveTo>
                  <a:pt x="3485857" y="4097728"/>
                </a:moveTo>
                <a:lnTo>
                  <a:pt x="3485857" y="4269964"/>
                </a:lnTo>
                <a:lnTo>
                  <a:pt x="3674348" y="4269964"/>
                </a:lnTo>
                <a:lnTo>
                  <a:pt x="3856758" y="4097728"/>
                </a:lnTo>
                <a:close/>
                <a:moveTo>
                  <a:pt x="2443870" y="4097728"/>
                </a:moveTo>
                <a:lnTo>
                  <a:pt x="2443870" y="4269964"/>
                </a:lnTo>
                <a:lnTo>
                  <a:pt x="2635134" y="4269964"/>
                </a:lnTo>
                <a:lnTo>
                  <a:pt x="2820227" y="4097728"/>
                </a:lnTo>
                <a:close/>
                <a:moveTo>
                  <a:pt x="1407336" y="4097728"/>
                </a:moveTo>
                <a:lnTo>
                  <a:pt x="1407336" y="4269964"/>
                </a:lnTo>
                <a:lnTo>
                  <a:pt x="1595827" y="4269964"/>
                </a:lnTo>
                <a:lnTo>
                  <a:pt x="1778237" y="4097728"/>
                </a:lnTo>
                <a:close/>
                <a:moveTo>
                  <a:pt x="365348" y="4097728"/>
                </a:moveTo>
                <a:lnTo>
                  <a:pt x="365348" y="4269964"/>
                </a:lnTo>
                <a:lnTo>
                  <a:pt x="553839" y="4269964"/>
                </a:lnTo>
                <a:lnTo>
                  <a:pt x="736249" y="4097728"/>
                </a:lnTo>
                <a:close/>
                <a:moveTo>
                  <a:pt x="4527847" y="3332115"/>
                </a:moveTo>
                <a:lnTo>
                  <a:pt x="4527847" y="3497972"/>
                </a:lnTo>
                <a:lnTo>
                  <a:pt x="4716338" y="3497972"/>
                </a:lnTo>
                <a:lnTo>
                  <a:pt x="4898750" y="3332115"/>
                </a:lnTo>
                <a:close/>
                <a:moveTo>
                  <a:pt x="3485859" y="3332115"/>
                </a:moveTo>
                <a:lnTo>
                  <a:pt x="3485859" y="3497972"/>
                </a:lnTo>
                <a:lnTo>
                  <a:pt x="3674350" y="3497972"/>
                </a:lnTo>
                <a:lnTo>
                  <a:pt x="3856762" y="3332115"/>
                </a:lnTo>
                <a:close/>
                <a:moveTo>
                  <a:pt x="2443871" y="3332115"/>
                </a:moveTo>
                <a:lnTo>
                  <a:pt x="2443871" y="3497972"/>
                </a:lnTo>
                <a:lnTo>
                  <a:pt x="2635134" y="3497972"/>
                </a:lnTo>
                <a:lnTo>
                  <a:pt x="2820228" y="3332115"/>
                </a:lnTo>
                <a:close/>
                <a:moveTo>
                  <a:pt x="1407338" y="3332115"/>
                </a:moveTo>
                <a:lnTo>
                  <a:pt x="1407338" y="3497972"/>
                </a:lnTo>
                <a:lnTo>
                  <a:pt x="1595829" y="3497972"/>
                </a:lnTo>
                <a:lnTo>
                  <a:pt x="1778241" y="3332115"/>
                </a:lnTo>
                <a:close/>
                <a:moveTo>
                  <a:pt x="365350" y="3332115"/>
                </a:moveTo>
                <a:lnTo>
                  <a:pt x="365350" y="3497972"/>
                </a:lnTo>
                <a:lnTo>
                  <a:pt x="553841" y="3497972"/>
                </a:lnTo>
                <a:lnTo>
                  <a:pt x="736253" y="3332115"/>
                </a:lnTo>
                <a:close/>
                <a:moveTo>
                  <a:pt x="4527845" y="2560122"/>
                </a:moveTo>
                <a:lnTo>
                  <a:pt x="4527845" y="2732358"/>
                </a:lnTo>
                <a:lnTo>
                  <a:pt x="4716336" y="2732358"/>
                </a:lnTo>
                <a:lnTo>
                  <a:pt x="4898746" y="2560122"/>
                </a:lnTo>
                <a:close/>
                <a:moveTo>
                  <a:pt x="3485857" y="2560122"/>
                </a:moveTo>
                <a:lnTo>
                  <a:pt x="3485857" y="2732358"/>
                </a:lnTo>
                <a:lnTo>
                  <a:pt x="3674348" y="2732358"/>
                </a:lnTo>
                <a:lnTo>
                  <a:pt x="3856758" y="2560122"/>
                </a:lnTo>
                <a:close/>
                <a:moveTo>
                  <a:pt x="2443870" y="2560122"/>
                </a:moveTo>
                <a:lnTo>
                  <a:pt x="2443870" y="2732358"/>
                </a:lnTo>
                <a:lnTo>
                  <a:pt x="2635134" y="2732358"/>
                </a:lnTo>
                <a:lnTo>
                  <a:pt x="2820227" y="2560122"/>
                </a:lnTo>
                <a:close/>
                <a:moveTo>
                  <a:pt x="1407336" y="2560122"/>
                </a:moveTo>
                <a:lnTo>
                  <a:pt x="1407336" y="2732358"/>
                </a:lnTo>
                <a:lnTo>
                  <a:pt x="1595827" y="2732358"/>
                </a:lnTo>
                <a:lnTo>
                  <a:pt x="1778237" y="2560122"/>
                </a:lnTo>
                <a:close/>
                <a:moveTo>
                  <a:pt x="365348" y="2560122"/>
                </a:moveTo>
                <a:lnTo>
                  <a:pt x="365348" y="2732357"/>
                </a:lnTo>
                <a:lnTo>
                  <a:pt x="553839" y="2732357"/>
                </a:lnTo>
                <a:lnTo>
                  <a:pt x="736249" y="2560122"/>
                </a:lnTo>
                <a:close/>
                <a:moveTo>
                  <a:pt x="4527845" y="1788129"/>
                </a:moveTo>
                <a:lnTo>
                  <a:pt x="4527845" y="1960365"/>
                </a:lnTo>
                <a:lnTo>
                  <a:pt x="4716336" y="1960365"/>
                </a:lnTo>
                <a:lnTo>
                  <a:pt x="4898746" y="1788129"/>
                </a:lnTo>
                <a:close/>
                <a:moveTo>
                  <a:pt x="3485857" y="1788129"/>
                </a:moveTo>
                <a:lnTo>
                  <a:pt x="3485857" y="1960365"/>
                </a:lnTo>
                <a:lnTo>
                  <a:pt x="3674348" y="1960365"/>
                </a:lnTo>
                <a:lnTo>
                  <a:pt x="3856758" y="1788129"/>
                </a:lnTo>
                <a:close/>
                <a:moveTo>
                  <a:pt x="2443870" y="1788129"/>
                </a:moveTo>
                <a:lnTo>
                  <a:pt x="2443870" y="1960365"/>
                </a:lnTo>
                <a:lnTo>
                  <a:pt x="2635134" y="1960365"/>
                </a:lnTo>
                <a:lnTo>
                  <a:pt x="2820227" y="1788129"/>
                </a:lnTo>
                <a:close/>
                <a:moveTo>
                  <a:pt x="1407336" y="1788129"/>
                </a:moveTo>
                <a:lnTo>
                  <a:pt x="1407336" y="1960365"/>
                </a:lnTo>
                <a:lnTo>
                  <a:pt x="1595827" y="1960365"/>
                </a:lnTo>
                <a:lnTo>
                  <a:pt x="1778237" y="1788129"/>
                </a:lnTo>
                <a:close/>
                <a:moveTo>
                  <a:pt x="365348" y="1788128"/>
                </a:moveTo>
                <a:lnTo>
                  <a:pt x="365348" y="1960364"/>
                </a:lnTo>
                <a:lnTo>
                  <a:pt x="553839" y="1960364"/>
                </a:lnTo>
                <a:lnTo>
                  <a:pt x="736249" y="1788128"/>
                </a:lnTo>
                <a:close/>
                <a:moveTo>
                  <a:pt x="4527845" y="1022516"/>
                </a:moveTo>
                <a:lnTo>
                  <a:pt x="4527845" y="1194753"/>
                </a:lnTo>
                <a:lnTo>
                  <a:pt x="4716336" y="1194753"/>
                </a:lnTo>
                <a:lnTo>
                  <a:pt x="4898746" y="1022516"/>
                </a:lnTo>
                <a:close/>
                <a:moveTo>
                  <a:pt x="3485857" y="1022516"/>
                </a:moveTo>
                <a:lnTo>
                  <a:pt x="3485857" y="1194753"/>
                </a:lnTo>
                <a:lnTo>
                  <a:pt x="3674348" y="1194753"/>
                </a:lnTo>
                <a:lnTo>
                  <a:pt x="3856758" y="1022516"/>
                </a:lnTo>
                <a:close/>
                <a:moveTo>
                  <a:pt x="2443870" y="1022516"/>
                </a:moveTo>
                <a:lnTo>
                  <a:pt x="2443870" y="1194753"/>
                </a:lnTo>
                <a:lnTo>
                  <a:pt x="2635134" y="1194753"/>
                </a:lnTo>
                <a:lnTo>
                  <a:pt x="2820227" y="1022516"/>
                </a:lnTo>
                <a:close/>
                <a:moveTo>
                  <a:pt x="1407336" y="1022516"/>
                </a:moveTo>
                <a:lnTo>
                  <a:pt x="1407336" y="1194753"/>
                </a:lnTo>
                <a:lnTo>
                  <a:pt x="1595827" y="1194753"/>
                </a:lnTo>
                <a:lnTo>
                  <a:pt x="1778237" y="1022516"/>
                </a:lnTo>
                <a:close/>
                <a:moveTo>
                  <a:pt x="365348" y="1022515"/>
                </a:moveTo>
                <a:lnTo>
                  <a:pt x="365348" y="1194751"/>
                </a:lnTo>
                <a:lnTo>
                  <a:pt x="553839" y="1194751"/>
                </a:lnTo>
                <a:lnTo>
                  <a:pt x="736249" y="1022515"/>
                </a:lnTo>
                <a:close/>
                <a:moveTo>
                  <a:pt x="4527845" y="250524"/>
                </a:moveTo>
                <a:lnTo>
                  <a:pt x="4527845" y="422759"/>
                </a:lnTo>
                <a:lnTo>
                  <a:pt x="4716336" y="422759"/>
                </a:lnTo>
                <a:lnTo>
                  <a:pt x="4898746" y="250524"/>
                </a:lnTo>
                <a:close/>
                <a:moveTo>
                  <a:pt x="3485857" y="250524"/>
                </a:moveTo>
                <a:lnTo>
                  <a:pt x="3485857" y="422759"/>
                </a:lnTo>
                <a:lnTo>
                  <a:pt x="3674348" y="422759"/>
                </a:lnTo>
                <a:lnTo>
                  <a:pt x="3856758" y="250524"/>
                </a:lnTo>
                <a:close/>
                <a:moveTo>
                  <a:pt x="2443870" y="250524"/>
                </a:moveTo>
                <a:lnTo>
                  <a:pt x="2443870" y="422759"/>
                </a:lnTo>
                <a:lnTo>
                  <a:pt x="2635134" y="422759"/>
                </a:lnTo>
                <a:lnTo>
                  <a:pt x="2820227" y="250524"/>
                </a:lnTo>
                <a:close/>
                <a:moveTo>
                  <a:pt x="1407336" y="250524"/>
                </a:moveTo>
                <a:lnTo>
                  <a:pt x="1407336" y="422759"/>
                </a:lnTo>
                <a:lnTo>
                  <a:pt x="1595827" y="422759"/>
                </a:lnTo>
                <a:lnTo>
                  <a:pt x="1778237" y="250524"/>
                </a:lnTo>
                <a:close/>
                <a:moveTo>
                  <a:pt x="365348" y="250522"/>
                </a:moveTo>
                <a:lnTo>
                  <a:pt x="365348" y="422758"/>
                </a:lnTo>
                <a:lnTo>
                  <a:pt x="553839" y="422758"/>
                </a:lnTo>
                <a:lnTo>
                  <a:pt x="736249" y="250522"/>
                </a:lnTo>
                <a:close/>
                <a:moveTo>
                  <a:pt x="0" y="0"/>
                </a:moveTo>
                <a:lnTo>
                  <a:pt x="4923065" y="0"/>
                </a:lnTo>
                <a:lnTo>
                  <a:pt x="5092917" y="0"/>
                </a:lnTo>
                <a:lnTo>
                  <a:pt x="5271861" y="0"/>
                </a:lnTo>
                <a:lnTo>
                  <a:pt x="5271861" y="6858000"/>
                </a:lnTo>
                <a:lnTo>
                  <a:pt x="5092917" y="6858000"/>
                </a:lnTo>
                <a:lnTo>
                  <a:pt x="4923065" y="6858000"/>
                </a:lnTo>
                <a:lnTo>
                  <a:pt x="0" y="6858000"/>
                </a:lnTo>
                <a:close/>
              </a:path>
            </a:pathLst>
          </a:custGeom>
          <a:solidFill>
            <a:srgbClr val="89D1FF"/>
          </a:solidFill>
          <a:ln w="28575"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pic>
        <p:nvPicPr>
          <p:cNvPr id="973602169" name="LogoWhite-Dynamic" descr="{&quot;templafy&quot;:{&quot;id&quot;:&quot;be010b5a-8f1c-49b8-adfa-ec128397bcbe&quot;}}"/>
          <p:cNvPicPr>
            <a:picLocks noChangeAspect="1"/>
          </p:cNvPicPr>
          <p:nvPr/>
        </p:nvPicPr>
        <p:blipFill>
          <a:blip r:embed="rId2"/>
          <a:stretch>
            <a:fillRect/>
          </a:stretch>
        </p:blipFill>
        <p:spPr>
          <a:xfrm>
            <a:off x="504000" y="504000"/>
            <a:ext cx="2997983" cy="360000"/>
          </a:xfrm>
          <a:prstGeom prst="rect">
            <a:avLst/>
          </a:prstGeom>
        </p:spPr>
      </p:pic>
      <p:sp>
        <p:nvSpPr>
          <p:cNvPr id="4" name="Title"/>
          <p:cNvSpPr>
            <a:spLocks noGrp="1"/>
          </p:cNvSpPr>
          <p:nvPr>
            <p:ph type="title" hasCustomPrompt="1"/>
          </p:nvPr>
        </p:nvSpPr>
        <p:spPr>
          <a:xfrm>
            <a:off x="504000" y="2706317"/>
            <a:ext cx="6418067" cy="997196"/>
          </a:xfrm>
        </p:spPr>
        <p:txBody>
          <a:bodyPr anchor="b" anchorCtr="0">
            <a:noAutofit/>
          </a:bodyPr>
          <a:lstStyle>
            <a:lvl1pPr>
              <a:lnSpc>
                <a:spcPct val="90000"/>
              </a:lnSpc>
              <a:defRPr sz="3600" b="0" i="0">
                <a:solidFill>
                  <a:schemeClr val="bg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2" name="Subtitle 2">
            <a:extLst>
              <a:ext uri="{FF2B5EF4-FFF2-40B4-BE49-F238E27FC236}">
                <a16:creationId xmlns:a16="http://schemas.microsoft.com/office/drawing/2014/main" id="{3F8C5CA6-1B07-0B13-95CA-1433F380A598}"/>
              </a:ext>
            </a:extLst>
          </p:cNvPr>
          <p:cNvSpPr>
            <a:spLocks noGrp="1"/>
          </p:cNvSpPr>
          <p:nvPr>
            <p:ph type="subTitle" idx="1"/>
          </p:nvPr>
        </p:nvSpPr>
        <p:spPr>
          <a:xfrm>
            <a:off x="504000" y="4267200"/>
            <a:ext cx="5503449" cy="49371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819942097"/>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a:t>Insert page title (sentence case)</a:t>
            </a:r>
            <a:endParaRPr lang="en-US"/>
          </a:p>
        </p:txBody>
      </p:sp>
      <p:sp>
        <p:nvSpPr>
          <p:cNvPr id="5" name="Content Placeholder 4">
            <a:extLst>
              <a:ext uri="{FF2B5EF4-FFF2-40B4-BE49-F238E27FC236}">
                <a16:creationId xmlns:a16="http://schemas.microsoft.com/office/drawing/2014/main" id="{7FA2F6B6-06DC-4EF7-2D70-B673B7F346CE}"/>
              </a:ext>
            </a:extLst>
          </p:cNvPr>
          <p:cNvSpPr>
            <a:spLocks noGrp="1"/>
          </p:cNvSpPr>
          <p:nvPr>
            <p:ph sz="quarter" idx="10"/>
          </p:nvPr>
        </p:nvSpPr>
        <p:spPr>
          <a:xfrm>
            <a:off x="503238" y="1543050"/>
            <a:ext cx="11187112"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3130026017"/>
      </p:ext>
    </p:extLst>
  </p:cSld>
  <p:clrMapOvr>
    <a:masterClrMapping/>
  </p:clrMapOvr>
  <p:extLst>
    <p:ext uri="{DCECCB84-F9BA-43D5-87BE-67443E8EF086}">
      <p15:sldGuideLst xmlns:p15="http://schemas.microsoft.com/office/powerpoint/2012/main">
        <p15:guide id="4" orient="horz" pos="318">
          <p15:clr>
            <a:srgbClr val="FBAE40"/>
          </p15:clr>
        </p15:guide>
        <p15:guide id="5" orient="horz" pos="552">
          <p15:clr>
            <a:srgbClr val="FBAE40"/>
          </p15:clr>
        </p15:guide>
        <p15:guide id="6" orient="horz" pos="97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
        <p:nvSpPr>
          <p:cNvPr id="6" name="Content Placeholder 5">
            <a:extLst>
              <a:ext uri="{FF2B5EF4-FFF2-40B4-BE49-F238E27FC236}">
                <a16:creationId xmlns:a16="http://schemas.microsoft.com/office/drawing/2014/main" id="{38C0164F-A425-DAFF-4F8D-CCD2435E155C}"/>
              </a:ext>
            </a:extLst>
          </p:cNvPr>
          <p:cNvSpPr>
            <a:spLocks noGrp="1"/>
          </p:cNvSpPr>
          <p:nvPr>
            <p:ph sz="quarter" idx="10"/>
          </p:nvPr>
        </p:nvSpPr>
        <p:spPr>
          <a:xfrm>
            <a:off x="503239" y="1543050"/>
            <a:ext cx="5467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8" name="Content Placeholder 7">
            <a:extLst>
              <a:ext uri="{FF2B5EF4-FFF2-40B4-BE49-F238E27FC236}">
                <a16:creationId xmlns:a16="http://schemas.microsoft.com/office/drawing/2014/main" id="{03021143-2BA7-B3E8-AD6C-9FD4302A49EA}"/>
              </a:ext>
            </a:extLst>
          </p:cNvPr>
          <p:cNvSpPr>
            <a:spLocks noGrp="1"/>
          </p:cNvSpPr>
          <p:nvPr>
            <p:ph sz="quarter" idx="11"/>
          </p:nvPr>
        </p:nvSpPr>
        <p:spPr>
          <a:xfrm>
            <a:off x="6223000" y="1543050"/>
            <a:ext cx="5467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312239138"/>
      </p:ext>
    </p:extLst>
  </p:cSld>
  <p:clrMapOvr>
    <a:masterClrMapping/>
  </p:clrMapOvr>
  <p:extLst>
    <p:ext uri="{DCECCB84-F9BA-43D5-87BE-67443E8EF086}">
      <p15:sldGuideLst xmlns:p15="http://schemas.microsoft.com/office/powerpoint/2012/main">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3" name="Title"/>
          <p:cNvSpPr>
            <a:spLocks noGrp="1"/>
          </p:cNvSpPr>
          <p:nvPr>
            <p:ph type="title" hasCustomPrompt="1"/>
          </p:nvPr>
        </p:nvSpPr>
        <p:spPr>
          <a:xfrm>
            <a:off x="504000" y="504000"/>
            <a:ext cx="7371589" cy="369332"/>
          </a:xfrm>
        </p:spPr>
        <p:txBody>
          <a:bodyPr/>
          <a:lstStyle/>
          <a:p>
            <a:r>
              <a:rPr lang="en-US" noProof="0"/>
              <a:t>Insert page title (sentence case)</a:t>
            </a:r>
            <a:endParaRPr lang="en-US"/>
          </a:p>
        </p:txBody>
      </p:sp>
      <p:sp>
        <p:nvSpPr>
          <p:cNvPr id="4" name="Content Placeholder 3">
            <a:extLst>
              <a:ext uri="{FF2B5EF4-FFF2-40B4-BE49-F238E27FC236}">
                <a16:creationId xmlns:a16="http://schemas.microsoft.com/office/drawing/2014/main" id="{FAE487FD-3B81-5414-D8EE-7961A987577D}"/>
              </a:ext>
            </a:extLst>
          </p:cNvPr>
          <p:cNvSpPr>
            <a:spLocks noGrp="1"/>
          </p:cNvSpPr>
          <p:nvPr>
            <p:ph sz="quarter" idx="11"/>
          </p:nvPr>
        </p:nvSpPr>
        <p:spPr>
          <a:xfrm>
            <a:off x="503238" y="1543050"/>
            <a:ext cx="7372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2166399178"/>
      </p:ext>
    </p:extLst>
  </p:cSld>
  <p:clrMapOvr>
    <a:masterClrMapping/>
  </p:clrMapOvr>
  <p:extLst>
    <p:ext uri="{DCECCB84-F9BA-43D5-87BE-67443E8EF086}">
      <p15:sldGuideLst xmlns:p15="http://schemas.microsoft.com/office/powerpoint/2012/main">
        <p15:guide id="4" pos="5111">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221413" y="1557338"/>
            <a:ext cx="5469064" cy="4795837"/>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
        <p:nvSpPr>
          <p:cNvPr id="6" name="Content Placeholder 5">
            <a:extLst>
              <a:ext uri="{FF2B5EF4-FFF2-40B4-BE49-F238E27FC236}">
                <a16:creationId xmlns:a16="http://schemas.microsoft.com/office/drawing/2014/main" id="{98772F2B-0434-6AC5-5E2E-E10ABDD1A745}"/>
              </a:ext>
            </a:extLst>
          </p:cNvPr>
          <p:cNvSpPr>
            <a:spLocks noGrp="1"/>
          </p:cNvSpPr>
          <p:nvPr>
            <p:ph sz="quarter" idx="14"/>
          </p:nvPr>
        </p:nvSpPr>
        <p:spPr>
          <a:xfrm>
            <a:off x="503237" y="1543050"/>
            <a:ext cx="5464175" cy="4810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4257200430"/>
      </p:ext>
    </p:extLst>
  </p:cSld>
  <p:clrMapOvr>
    <a:masterClrMapping/>
  </p:clrMapOvr>
  <p:extLst>
    <p:ext uri="{DCECCB84-F9BA-43D5-87BE-67443E8EF086}">
      <p15:sldGuideLst xmlns:p15="http://schemas.microsoft.com/office/powerpoint/2012/main">
        <p15:guide id="2" orient="horz" pos="972">
          <p15:clr>
            <a:srgbClr val="FBAE40"/>
          </p15:clr>
        </p15:guide>
        <p15:guide id="6" orient="horz" pos="317">
          <p15:clr>
            <a:srgbClr val="FBAE40"/>
          </p15:clr>
        </p15:guide>
        <p15:guide id="7" orient="horz" pos="55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gt;DO NOT USE&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white">
          <a:xfrm>
            <a:off x="0" y="0"/>
            <a:ext cx="12195175" cy="6858000"/>
          </a:xfrm>
          <a:prstGeom prst="rect">
            <a:avLst/>
          </a:prstGeom>
          <a:solidFill>
            <a:srgbClr val="EE3939"/>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rgbClr val="A4A6A2"/>
              </a:solidFill>
            </a:endParaRPr>
          </a:p>
        </p:txBody>
      </p:sp>
      <p:sp>
        <p:nvSpPr>
          <p:cNvPr id="5" name="Do not use"/>
          <p:cNvSpPr txBox="1"/>
          <p:nvPr userDrawn="1"/>
        </p:nvSpPr>
        <p:spPr>
          <a:xfrm>
            <a:off x="430325" y="656823"/>
            <a:ext cx="11359935" cy="2785378"/>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j-lt"/>
              </a:rPr>
              <a:t>The layouts following this one belong </a:t>
            </a:r>
            <a:br>
              <a:rPr lang="en-GB" sz="4400" b="0" noProof="0">
                <a:solidFill>
                  <a:schemeClr val="bg1"/>
                </a:solidFill>
                <a:latin typeface="+mj-lt"/>
              </a:rPr>
            </a:br>
            <a:r>
              <a:rPr lang="en-GB" sz="4400" b="0" noProof="0">
                <a:solidFill>
                  <a:schemeClr val="bg1"/>
                </a:solidFill>
                <a:latin typeface="+mj-lt"/>
              </a:rPr>
              <a:t>to templates other than the officially distributed SAP PowerPoint template.</a:t>
            </a:r>
          </a:p>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n-lt"/>
              </a:rPr>
              <a:t>Please do not use them.</a:t>
            </a:r>
            <a:endParaRPr lang="en-GB" sz="2800" b="0" noProof="0">
              <a:solidFill>
                <a:schemeClr val="bg1"/>
              </a:solidFill>
              <a:latin typeface="72 Brand" panose="020B0504030603020204" pitchFamily="34" charset="0"/>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7583" y="4661326"/>
            <a:ext cx="103705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324" y="4365269"/>
            <a:ext cx="10154990" cy="1569660"/>
          </a:xfrm>
          <a:prstGeom prst="rect">
            <a:avLst/>
          </a:prstGeom>
        </p:spPr>
        <p:txBody>
          <a:bodyPr wrap="square">
            <a:spAutoFit/>
          </a:bodyPr>
          <a:lstStyle/>
          <a:p>
            <a:pPr algn="ctr"/>
            <a:r>
              <a:rPr lang="en-GB" sz="9600" b="1" i="1" noProof="0">
                <a:solidFill>
                  <a:schemeClr val="bg1"/>
                </a:solidFill>
                <a:latin typeface="+mj-lt"/>
              </a:rPr>
              <a:t>Other layouts</a:t>
            </a:r>
            <a:endParaRPr lang="en-GB" sz="1800" b="1" i="1" noProof="0">
              <a:latin typeface="+mj-lt"/>
            </a:endParaRPr>
          </a:p>
        </p:txBody>
      </p:sp>
      <p:sp>
        <p:nvSpPr>
          <p:cNvPr id="13" name="Date Placeholder 6" hidden="1">
            <a:extLst>
              <a:ext uri="{FF2B5EF4-FFF2-40B4-BE49-F238E27FC236}">
                <a16:creationId xmlns:a16="http://schemas.microsoft.com/office/drawing/2014/main" id="{706505A8-87EA-4BA0-B698-35156BC765D0}"/>
              </a:ext>
            </a:extLst>
          </p:cNvPr>
          <p:cNvSpPr>
            <a:spLocks noGrp="1"/>
          </p:cNvSpPr>
          <p:nvPr>
            <p:ph type="dt" sz="half" idx="15"/>
          </p:nvPr>
        </p:nvSpPr>
        <p:spPr>
          <a:xfrm>
            <a:off x="590249" y="6537073"/>
            <a:ext cx="985275"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E5A79F-CEE8-4C11-A8A5-0D02CD0019B9}" type="datetime4">
              <a:rPr lang="en-US" smtClean="0"/>
              <a:pPr/>
              <a:t>June 2, 2026</a:t>
            </a:fld>
            <a:endParaRPr lang="en-GB"/>
          </a:p>
        </p:txBody>
      </p:sp>
      <p:sp>
        <p:nvSpPr>
          <p:cNvPr id="14" name="Footer Placeholder 8" hidden="1">
            <a:extLst>
              <a:ext uri="{FF2B5EF4-FFF2-40B4-BE49-F238E27FC236}">
                <a16:creationId xmlns:a16="http://schemas.microsoft.com/office/drawing/2014/main" id="{AB150C2C-2030-498B-8262-6BD5BCCBB345}"/>
              </a:ext>
            </a:extLst>
          </p:cNvPr>
          <p:cNvSpPr>
            <a:spLocks noGrp="1"/>
          </p:cNvSpPr>
          <p:nvPr>
            <p:ph type="ftr" sz="quarter" idx="16"/>
          </p:nvPr>
        </p:nvSpPr>
        <p:spPr>
          <a:xfrm>
            <a:off x="1584685" y="6537073"/>
            <a:ext cx="2948351"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5" name="Slide Number Placeholder 10" hidden="1">
            <a:extLst>
              <a:ext uri="{FF2B5EF4-FFF2-40B4-BE49-F238E27FC236}">
                <a16:creationId xmlns:a16="http://schemas.microsoft.com/office/drawing/2014/main" id="{E81B246F-92C7-4EF8-ACD0-05F73C7095BE}"/>
              </a:ext>
            </a:extLst>
          </p:cNvPr>
          <p:cNvSpPr>
            <a:spLocks noGrp="1"/>
          </p:cNvSpPr>
          <p:nvPr>
            <p:ph type="sldNum" sz="quarter" idx="17"/>
          </p:nvPr>
        </p:nvSpPr>
        <p:spPr>
          <a:xfrm>
            <a:off x="320341" y="6537073"/>
            <a:ext cx="265838" cy="141861"/>
          </a:xfrm>
          <a:prstGeom prst="rect">
            <a:avLst/>
          </a:prstGeom>
        </p:spPr>
        <p:txBody>
          <a:bodyPr vert="horz" lIns="0" tIns="0" rIns="0" bIns="0" rtlCol="0" anchor="t" anchorCtr="0"/>
          <a:lstStyle>
            <a:defPPr>
              <a:defRPr lang="en-US"/>
            </a:defPPr>
            <a:lvl1pPr marL="0" algn="l" defTabSz="914400" rtl="0" eaLnBrk="1" latinLnBrk="0" hangingPunct="1">
              <a:defRPr sz="700" b="0" i="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US" smtClean="0"/>
              <a:pPr/>
              <a:t>‹#›</a:t>
            </a:fld>
            <a:endParaRPr lang="en-GB"/>
          </a:p>
        </p:txBody>
      </p:sp>
    </p:spTree>
    <p:extLst>
      <p:ext uri="{BB962C8B-B14F-4D97-AF65-F5344CB8AC3E}">
        <p14:creationId xmlns:p14="http://schemas.microsoft.com/office/powerpoint/2010/main" val="3863678868"/>
      </p:ext>
    </p:extLst>
  </p:cSld>
  <p:clrMapOvr>
    <a:masterClrMapping/>
  </p:clrMapOvr>
</p:sldLayout>
</file>

<file path=ppt/slideMasters/_rels/slideMaster1.xml.rels><?xml version="1.0" encoding="UTF-8" standalone="yes"?>
<Relationships xmlns="http://schemas.openxmlformats.org/package/2006/relationships"><Relationship Id="rId117" Type="http://schemas.openxmlformats.org/officeDocument/2006/relationships/tags" Target="../tags/tag73.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tags" Target="../tags/tag19.xml"/><Relationship Id="rId84" Type="http://schemas.openxmlformats.org/officeDocument/2006/relationships/tags" Target="../tags/tag40.xml"/><Relationship Id="rId138" Type="http://schemas.openxmlformats.org/officeDocument/2006/relationships/tags" Target="../tags/tag94.xml"/><Relationship Id="rId159" Type="http://schemas.openxmlformats.org/officeDocument/2006/relationships/tags" Target="../tags/tag115.xml"/><Relationship Id="rId107" Type="http://schemas.openxmlformats.org/officeDocument/2006/relationships/tags" Target="../tags/tag63.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53" Type="http://schemas.openxmlformats.org/officeDocument/2006/relationships/tags" Target="../tags/tag9.xml"/><Relationship Id="rId74" Type="http://schemas.openxmlformats.org/officeDocument/2006/relationships/tags" Target="../tags/tag30.xml"/><Relationship Id="rId128" Type="http://schemas.openxmlformats.org/officeDocument/2006/relationships/tags" Target="../tags/tag84.xml"/><Relationship Id="rId149" Type="http://schemas.openxmlformats.org/officeDocument/2006/relationships/tags" Target="../tags/tag105.xml"/><Relationship Id="rId5" Type="http://schemas.openxmlformats.org/officeDocument/2006/relationships/slideLayout" Target="../slideLayouts/slideLayout5.xml"/><Relationship Id="rId95" Type="http://schemas.openxmlformats.org/officeDocument/2006/relationships/tags" Target="../tags/tag51.xml"/><Relationship Id="rId160" Type="http://schemas.openxmlformats.org/officeDocument/2006/relationships/tags" Target="../tags/tag116.xml"/><Relationship Id="rId22" Type="http://schemas.openxmlformats.org/officeDocument/2006/relationships/slideLayout" Target="../slideLayouts/slideLayout22.xml"/><Relationship Id="rId43" Type="http://schemas.openxmlformats.org/officeDocument/2006/relationships/slideLayout" Target="../slideLayouts/slideLayout43.xml"/><Relationship Id="rId64" Type="http://schemas.openxmlformats.org/officeDocument/2006/relationships/tags" Target="../tags/tag20.xml"/><Relationship Id="rId118" Type="http://schemas.openxmlformats.org/officeDocument/2006/relationships/tags" Target="../tags/tag74.xml"/><Relationship Id="rId139" Type="http://schemas.openxmlformats.org/officeDocument/2006/relationships/tags" Target="../tags/tag95.xml"/><Relationship Id="rId85" Type="http://schemas.openxmlformats.org/officeDocument/2006/relationships/tags" Target="../tags/tag41.xml"/><Relationship Id="rId150" Type="http://schemas.openxmlformats.org/officeDocument/2006/relationships/tags" Target="../tags/tag106.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tags" Target="../tags/tag15.xml"/><Relationship Id="rId103" Type="http://schemas.openxmlformats.org/officeDocument/2006/relationships/tags" Target="../tags/tag59.xml"/><Relationship Id="rId108" Type="http://schemas.openxmlformats.org/officeDocument/2006/relationships/tags" Target="../tags/tag64.xml"/><Relationship Id="rId124" Type="http://schemas.openxmlformats.org/officeDocument/2006/relationships/tags" Target="../tags/tag80.xml"/><Relationship Id="rId129" Type="http://schemas.openxmlformats.org/officeDocument/2006/relationships/tags" Target="../tags/tag85.xml"/><Relationship Id="rId54" Type="http://schemas.openxmlformats.org/officeDocument/2006/relationships/tags" Target="../tags/tag10.xml"/><Relationship Id="rId70" Type="http://schemas.openxmlformats.org/officeDocument/2006/relationships/tags" Target="../tags/tag26.xml"/><Relationship Id="rId75" Type="http://schemas.openxmlformats.org/officeDocument/2006/relationships/tags" Target="../tags/tag31.xml"/><Relationship Id="rId91" Type="http://schemas.openxmlformats.org/officeDocument/2006/relationships/tags" Target="../tags/tag47.xml"/><Relationship Id="rId96" Type="http://schemas.openxmlformats.org/officeDocument/2006/relationships/tags" Target="../tags/tag52.xml"/><Relationship Id="rId140" Type="http://schemas.openxmlformats.org/officeDocument/2006/relationships/tags" Target="../tags/tag96.xml"/><Relationship Id="rId145" Type="http://schemas.openxmlformats.org/officeDocument/2006/relationships/tags" Target="../tags/tag101.xml"/><Relationship Id="rId161" Type="http://schemas.openxmlformats.org/officeDocument/2006/relationships/tags" Target="../tags/tag117.xml"/><Relationship Id="rId166" Type="http://schemas.openxmlformats.org/officeDocument/2006/relationships/tags" Target="../tags/tag122.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tags" Target="../tags/tag5.xml"/><Relationship Id="rId114" Type="http://schemas.openxmlformats.org/officeDocument/2006/relationships/tags" Target="../tags/tag70.xml"/><Relationship Id="rId119" Type="http://schemas.openxmlformats.org/officeDocument/2006/relationships/tags" Target="../tags/tag75.xml"/><Relationship Id="rId44" Type="http://schemas.openxmlformats.org/officeDocument/2006/relationships/slideLayout" Target="../slideLayouts/slideLayout44.xml"/><Relationship Id="rId60" Type="http://schemas.openxmlformats.org/officeDocument/2006/relationships/tags" Target="../tags/tag16.xml"/><Relationship Id="rId65" Type="http://schemas.openxmlformats.org/officeDocument/2006/relationships/tags" Target="../tags/tag21.xml"/><Relationship Id="rId81" Type="http://schemas.openxmlformats.org/officeDocument/2006/relationships/tags" Target="../tags/tag37.xml"/><Relationship Id="rId86" Type="http://schemas.openxmlformats.org/officeDocument/2006/relationships/tags" Target="../tags/tag42.xml"/><Relationship Id="rId130" Type="http://schemas.openxmlformats.org/officeDocument/2006/relationships/tags" Target="../tags/tag86.xml"/><Relationship Id="rId135" Type="http://schemas.openxmlformats.org/officeDocument/2006/relationships/tags" Target="../tags/tag91.xml"/><Relationship Id="rId151" Type="http://schemas.openxmlformats.org/officeDocument/2006/relationships/tags" Target="../tags/tag107.xml"/><Relationship Id="rId156" Type="http://schemas.openxmlformats.org/officeDocument/2006/relationships/tags" Target="../tags/tag112.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tags" Target="../tags/tag65.xml"/><Relationship Id="rId34" Type="http://schemas.openxmlformats.org/officeDocument/2006/relationships/slideLayout" Target="../slideLayouts/slideLayout34.xml"/><Relationship Id="rId50" Type="http://schemas.openxmlformats.org/officeDocument/2006/relationships/tags" Target="../tags/tag6.xml"/><Relationship Id="rId55" Type="http://schemas.openxmlformats.org/officeDocument/2006/relationships/tags" Target="../tags/tag11.xml"/><Relationship Id="rId76" Type="http://schemas.openxmlformats.org/officeDocument/2006/relationships/tags" Target="../tags/tag32.xml"/><Relationship Id="rId97" Type="http://schemas.openxmlformats.org/officeDocument/2006/relationships/tags" Target="../tags/tag53.xml"/><Relationship Id="rId104" Type="http://schemas.openxmlformats.org/officeDocument/2006/relationships/tags" Target="../tags/tag60.xml"/><Relationship Id="rId120" Type="http://schemas.openxmlformats.org/officeDocument/2006/relationships/tags" Target="../tags/tag76.xml"/><Relationship Id="rId125" Type="http://schemas.openxmlformats.org/officeDocument/2006/relationships/tags" Target="../tags/tag81.xml"/><Relationship Id="rId141" Type="http://schemas.openxmlformats.org/officeDocument/2006/relationships/tags" Target="../tags/tag97.xml"/><Relationship Id="rId146" Type="http://schemas.openxmlformats.org/officeDocument/2006/relationships/tags" Target="../tags/tag102.xml"/><Relationship Id="rId167" Type="http://schemas.openxmlformats.org/officeDocument/2006/relationships/tags" Target="../tags/tag123.xml"/><Relationship Id="rId7" Type="http://schemas.openxmlformats.org/officeDocument/2006/relationships/slideLayout" Target="../slideLayouts/slideLayout7.xml"/><Relationship Id="rId71" Type="http://schemas.openxmlformats.org/officeDocument/2006/relationships/tags" Target="../tags/tag27.xml"/><Relationship Id="rId92" Type="http://schemas.openxmlformats.org/officeDocument/2006/relationships/tags" Target="../tags/tag48.xml"/><Relationship Id="rId162" Type="http://schemas.openxmlformats.org/officeDocument/2006/relationships/tags" Target="../tags/tag118.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theme" Target="../theme/theme1.xml"/><Relationship Id="rId66" Type="http://schemas.openxmlformats.org/officeDocument/2006/relationships/tags" Target="../tags/tag22.xml"/><Relationship Id="rId87" Type="http://schemas.openxmlformats.org/officeDocument/2006/relationships/tags" Target="../tags/tag43.xml"/><Relationship Id="rId110" Type="http://schemas.openxmlformats.org/officeDocument/2006/relationships/tags" Target="../tags/tag66.xml"/><Relationship Id="rId115" Type="http://schemas.openxmlformats.org/officeDocument/2006/relationships/tags" Target="../tags/tag71.xml"/><Relationship Id="rId131" Type="http://schemas.openxmlformats.org/officeDocument/2006/relationships/tags" Target="../tags/tag87.xml"/><Relationship Id="rId136" Type="http://schemas.openxmlformats.org/officeDocument/2006/relationships/tags" Target="../tags/tag92.xml"/><Relationship Id="rId157" Type="http://schemas.openxmlformats.org/officeDocument/2006/relationships/tags" Target="../tags/tag113.xml"/><Relationship Id="rId61" Type="http://schemas.openxmlformats.org/officeDocument/2006/relationships/tags" Target="../tags/tag17.xml"/><Relationship Id="rId82" Type="http://schemas.openxmlformats.org/officeDocument/2006/relationships/tags" Target="../tags/tag38.xml"/><Relationship Id="rId152" Type="http://schemas.openxmlformats.org/officeDocument/2006/relationships/tags" Target="../tags/tag108.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tags" Target="../tags/tag12.xml"/><Relationship Id="rId77" Type="http://schemas.openxmlformats.org/officeDocument/2006/relationships/tags" Target="../tags/tag33.xml"/><Relationship Id="rId100" Type="http://schemas.openxmlformats.org/officeDocument/2006/relationships/tags" Target="../tags/tag56.xml"/><Relationship Id="rId105" Type="http://schemas.openxmlformats.org/officeDocument/2006/relationships/tags" Target="../tags/tag61.xml"/><Relationship Id="rId126" Type="http://schemas.openxmlformats.org/officeDocument/2006/relationships/tags" Target="../tags/tag82.xml"/><Relationship Id="rId147" Type="http://schemas.openxmlformats.org/officeDocument/2006/relationships/tags" Target="../tags/tag103.xml"/><Relationship Id="rId168" Type="http://schemas.openxmlformats.org/officeDocument/2006/relationships/tags" Target="../tags/tag124.xml"/><Relationship Id="rId8" Type="http://schemas.openxmlformats.org/officeDocument/2006/relationships/slideLayout" Target="../slideLayouts/slideLayout8.xml"/><Relationship Id="rId51" Type="http://schemas.openxmlformats.org/officeDocument/2006/relationships/tags" Target="../tags/tag7.xml"/><Relationship Id="rId72" Type="http://schemas.openxmlformats.org/officeDocument/2006/relationships/tags" Target="../tags/tag28.xml"/><Relationship Id="rId93" Type="http://schemas.openxmlformats.org/officeDocument/2006/relationships/tags" Target="../tags/tag49.xml"/><Relationship Id="rId98" Type="http://schemas.openxmlformats.org/officeDocument/2006/relationships/tags" Target="../tags/tag54.xml"/><Relationship Id="rId121" Type="http://schemas.openxmlformats.org/officeDocument/2006/relationships/tags" Target="../tags/tag77.xml"/><Relationship Id="rId142" Type="http://schemas.openxmlformats.org/officeDocument/2006/relationships/tags" Target="../tags/tag98.xml"/><Relationship Id="rId163" Type="http://schemas.openxmlformats.org/officeDocument/2006/relationships/tags" Target="../tags/tag119.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tags" Target="../tags/tag2.xml"/><Relationship Id="rId67" Type="http://schemas.openxmlformats.org/officeDocument/2006/relationships/tags" Target="../tags/tag23.xml"/><Relationship Id="rId116" Type="http://schemas.openxmlformats.org/officeDocument/2006/relationships/tags" Target="../tags/tag72.xml"/><Relationship Id="rId137" Type="http://schemas.openxmlformats.org/officeDocument/2006/relationships/tags" Target="../tags/tag93.xml"/><Relationship Id="rId158" Type="http://schemas.openxmlformats.org/officeDocument/2006/relationships/tags" Target="../tags/tag114.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tags" Target="../tags/tag18.xml"/><Relationship Id="rId83" Type="http://schemas.openxmlformats.org/officeDocument/2006/relationships/tags" Target="../tags/tag39.xml"/><Relationship Id="rId88" Type="http://schemas.openxmlformats.org/officeDocument/2006/relationships/tags" Target="../tags/tag44.xml"/><Relationship Id="rId111" Type="http://schemas.openxmlformats.org/officeDocument/2006/relationships/tags" Target="../tags/tag67.xml"/><Relationship Id="rId132" Type="http://schemas.openxmlformats.org/officeDocument/2006/relationships/tags" Target="../tags/tag88.xml"/><Relationship Id="rId153" Type="http://schemas.openxmlformats.org/officeDocument/2006/relationships/tags" Target="../tags/tag109.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tags" Target="../tags/tag13.xml"/><Relationship Id="rId106" Type="http://schemas.openxmlformats.org/officeDocument/2006/relationships/tags" Target="../tags/tag62.xml"/><Relationship Id="rId127" Type="http://schemas.openxmlformats.org/officeDocument/2006/relationships/tags" Target="../tags/tag83.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tags" Target="../tags/tag8.xml"/><Relationship Id="rId73" Type="http://schemas.openxmlformats.org/officeDocument/2006/relationships/tags" Target="../tags/tag29.xml"/><Relationship Id="rId78" Type="http://schemas.openxmlformats.org/officeDocument/2006/relationships/tags" Target="../tags/tag34.xml"/><Relationship Id="rId94" Type="http://schemas.openxmlformats.org/officeDocument/2006/relationships/tags" Target="../tags/tag50.xml"/><Relationship Id="rId99" Type="http://schemas.openxmlformats.org/officeDocument/2006/relationships/tags" Target="../tags/tag55.xml"/><Relationship Id="rId101" Type="http://schemas.openxmlformats.org/officeDocument/2006/relationships/tags" Target="../tags/tag57.xml"/><Relationship Id="rId122" Type="http://schemas.openxmlformats.org/officeDocument/2006/relationships/tags" Target="../tags/tag78.xml"/><Relationship Id="rId143" Type="http://schemas.openxmlformats.org/officeDocument/2006/relationships/tags" Target="../tags/tag99.xml"/><Relationship Id="rId148" Type="http://schemas.openxmlformats.org/officeDocument/2006/relationships/tags" Target="../tags/tag104.xml"/><Relationship Id="rId164" Type="http://schemas.openxmlformats.org/officeDocument/2006/relationships/tags" Target="../tags/tag120.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tags" Target="../tags/tag3.xml"/><Relationship Id="rId68" Type="http://schemas.openxmlformats.org/officeDocument/2006/relationships/tags" Target="../tags/tag24.xml"/><Relationship Id="rId89" Type="http://schemas.openxmlformats.org/officeDocument/2006/relationships/tags" Target="../tags/tag45.xml"/><Relationship Id="rId112" Type="http://schemas.openxmlformats.org/officeDocument/2006/relationships/tags" Target="../tags/tag68.xml"/><Relationship Id="rId133" Type="http://schemas.openxmlformats.org/officeDocument/2006/relationships/tags" Target="../tags/tag89.xml"/><Relationship Id="rId154" Type="http://schemas.openxmlformats.org/officeDocument/2006/relationships/tags" Target="../tags/tag110.xml"/><Relationship Id="rId16" Type="http://schemas.openxmlformats.org/officeDocument/2006/relationships/slideLayout" Target="../slideLayouts/slideLayout16.xml"/><Relationship Id="rId37" Type="http://schemas.openxmlformats.org/officeDocument/2006/relationships/slideLayout" Target="../slideLayouts/slideLayout37.xml"/><Relationship Id="rId58" Type="http://schemas.openxmlformats.org/officeDocument/2006/relationships/tags" Target="../tags/tag14.xml"/><Relationship Id="rId79" Type="http://schemas.openxmlformats.org/officeDocument/2006/relationships/tags" Target="../tags/tag35.xml"/><Relationship Id="rId102" Type="http://schemas.openxmlformats.org/officeDocument/2006/relationships/tags" Target="../tags/tag58.xml"/><Relationship Id="rId123" Type="http://schemas.openxmlformats.org/officeDocument/2006/relationships/tags" Target="../tags/tag79.xml"/><Relationship Id="rId144" Type="http://schemas.openxmlformats.org/officeDocument/2006/relationships/tags" Target="../tags/tag100.xml"/><Relationship Id="rId90" Type="http://schemas.openxmlformats.org/officeDocument/2006/relationships/tags" Target="../tags/tag46.xml"/><Relationship Id="rId165" Type="http://schemas.openxmlformats.org/officeDocument/2006/relationships/tags" Target="../tags/tag121.xml"/><Relationship Id="rId27" Type="http://schemas.openxmlformats.org/officeDocument/2006/relationships/slideLayout" Target="../slideLayouts/slideLayout27.xml"/><Relationship Id="rId48" Type="http://schemas.openxmlformats.org/officeDocument/2006/relationships/tags" Target="../tags/tag4.xml"/><Relationship Id="rId69" Type="http://schemas.openxmlformats.org/officeDocument/2006/relationships/tags" Target="../tags/tag25.xml"/><Relationship Id="rId113" Type="http://schemas.openxmlformats.org/officeDocument/2006/relationships/tags" Target="../tags/tag69.xml"/><Relationship Id="rId134" Type="http://schemas.openxmlformats.org/officeDocument/2006/relationships/tags" Target="../tags/tag90.xml"/><Relationship Id="rId80" Type="http://schemas.openxmlformats.org/officeDocument/2006/relationships/tags" Target="../tags/tag36.xml"/><Relationship Id="rId155" Type="http://schemas.openxmlformats.org/officeDocument/2006/relationships/tags" Target="../tags/tag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3" name="Text Placeholder"/>
          <p:cNvSpPr>
            <a:spLocks noGrp="1"/>
          </p:cNvSpPr>
          <p:nvPr userDrawn="1">
            <p:ph type="body" idx="1"/>
          </p:nvPr>
        </p:nvSpPr>
        <p:spPr bwMode="black">
          <a:xfrm>
            <a:off x="504001" y="1548560"/>
            <a:ext cx="11186476" cy="4804615"/>
          </a:xfrm>
          <a:prstGeom prst="rect">
            <a:avLst/>
          </a:prstGeom>
        </p:spPr>
        <p:txBody>
          <a:bodyPr vert="horz" lIns="0" tIns="0" rIns="0" bIns="0" rtlCol="0">
            <a:noAutofit/>
          </a:bodyPr>
          <a:lstStyle/>
          <a:p>
            <a:pPr lvl="0"/>
            <a:r>
              <a:rPr lang="en-US"/>
              <a:t>Start typing to add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a:p>
            <a:pPr lvl="0"/>
            <a:endParaRPr lang="en-US" noProof="0"/>
          </a:p>
        </p:txBody>
      </p:sp>
      <p:sp>
        <p:nvSpPr>
          <p:cNvPr id="2" name="Title Placeholder"/>
          <p:cNvSpPr>
            <a:spLocks noGrp="1"/>
          </p:cNvSpPr>
          <p:nvPr userDrawn="1">
            <p:ph type="title"/>
          </p:nvPr>
        </p:nvSpPr>
        <p:spPr bwMode="black">
          <a:xfrm>
            <a:off x="504001" y="504000"/>
            <a:ext cx="11183174"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46"/>
            </p:custDataLst>
          </p:nvPr>
        </p:nvGrpSpPr>
        <p:grpSpPr>
          <a:xfrm>
            <a:off x="3938798" y="3978000"/>
            <a:ext cx="1024878" cy="1024878"/>
            <a:chOff x="0" y="0"/>
            <a:chExt cx="914400" cy="914400"/>
          </a:xfrm>
          <a:solidFill>
            <a:schemeClr val="tx2"/>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65"/>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66"/>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67"/>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68"/>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47"/>
            </p:custDataLst>
          </p:nvPr>
        </p:nvGrpSpPr>
        <p:grpSpPr>
          <a:xfrm>
            <a:off x="5391506" y="3978000"/>
            <a:ext cx="1024878" cy="1024878"/>
            <a:chOff x="0" y="0"/>
            <a:chExt cx="914400" cy="914400"/>
          </a:xfrm>
          <a:solidFill>
            <a:schemeClr val="tx2"/>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60"/>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61"/>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62"/>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63"/>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64"/>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48"/>
            </p:custDataLst>
          </p:nvPr>
        </p:nvGrpSpPr>
        <p:grpSpPr>
          <a:xfrm>
            <a:off x="6844214" y="3978000"/>
            <a:ext cx="1024878" cy="1024878"/>
            <a:chOff x="0" y="0"/>
            <a:chExt cx="914400" cy="914400"/>
          </a:xfrm>
          <a:solidFill>
            <a:schemeClr val="tx2"/>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51"/>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52"/>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53"/>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54"/>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55"/>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56"/>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57"/>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58"/>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59"/>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49"/>
            </p:custDataLst>
          </p:nvPr>
        </p:nvGrpSpPr>
        <p:grpSpPr>
          <a:xfrm>
            <a:off x="8296922" y="3978000"/>
            <a:ext cx="1024878" cy="1024878"/>
            <a:chOff x="4334905" y="3282696"/>
            <a:chExt cx="292608" cy="292608"/>
          </a:xfrm>
          <a:solidFill>
            <a:schemeClr val="tx2"/>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50"/>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35"/>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36"/>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37"/>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38"/>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39"/>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40"/>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41"/>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42"/>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43"/>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44"/>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45"/>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46"/>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47"/>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48"/>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49"/>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50"/>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txBody>
            <a:bodyPr/>
            <a:lstStyle/>
            <a:p>
              <a:endParaRPr lang="en-GB" b="0" i="0">
                <a:latin typeface="72 Brand" panose="020B0504030603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72 Brand" panose="020B0504030603020204" pitchFamily="34" charset="0"/>
                <a:ea typeface="72 Brand" pitchFamily="34" charset="-128"/>
                <a:cs typeface="72 Brand" pitchFamily="34" charset="-128"/>
              </a:rPr>
              <a:t>(r) Footnote</a:t>
            </a:r>
          </a:p>
        </p:txBody>
      </p:sp>
      <p:sp>
        <p:nvSpPr>
          <p:cNvPr id="5" name="Draft [Sticker]" hidden="1">
            <a:extLst>
              <a:ext uri="{FF2B5EF4-FFF2-40B4-BE49-F238E27FC236}">
                <a16:creationId xmlns:a16="http://schemas.microsoft.com/office/drawing/2014/main" id="{4ED4653C-0BEF-C53F-2F44-0F4FC1038B4E}"/>
              </a:ext>
            </a:extLst>
          </p:cNvPr>
          <p:cNvSpPr/>
          <p:nvPr userDrawn="1"/>
        </p:nvSpPr>
        <p:spPr bwMode="gray">
          <a:xfrm rot="18900000">
            <a:off x="4491456" y="3089731"/>
            <a:ext cx="3211564"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5400" b="0" i="0" u="none" strike="noStrike" kern="0" cap="none" spc="0" normalizeH="0" baseline="0" noProof="0">
                <a:ln>
                  <a:noFill/>
                </a:ln>
                <a:solidFill>
                  <a:schemeClr val="tx2"/>
                </a:solidFill>
                <a:effectLst/>
                <a:uLnTx/>
                <a:uFillTx/>
                <a:latin typeface="72 Brand" panose="020B0504030603020204" pitchFamily="34" charset="0"/>
                <a:ea typeface="Arial" pitchFamily="34" charset="0"/>
                <a:cs typeface="Arial" pitchFamily="34" charset="0"/>
              </a:rPr>
              <a:t>DRAFT</a:t>
            </a:r>
          </a:p>
        </p:txBody>
      </p:sp>
      <p:sp>
        <p:nvSpPr>
          <p:cNvPr id="142" name="Content [Comment]" hidden="1">
            <a:extLst>
              <a:ext uri="{FF2B5EF4-FFF2-40B4-BE49-F238E27FC236}">
                <a16:creationId xmlns:a16="http://schemas.microsoft.com/office/drawing/2014/main" id="{D6760A1A-5249-0361-7543-4100DC0D89C0}"/>
              </a:ext>
            </a:extLst>
          </p:cNvPr>
          <p:cNvSpPr>
            <a:spLocks/>
          </p:cNvSpPr>
          <p:nvPr userDrawn="1"/>
        </p:nvSpPr>
        <p:spPr>
          <a:xfrm>
            <a:off x="10620496" y="1126713"/>
            <a:ext cx="1322679" cy="1287398"/>
          </a:xfrm>
          <a:prstGeom prst="wedgeRectCallout">
            <a:avLst>
              <a:gd name="adj1" fmla="val 33379"/>
              <a:gd name="adj2" fmla="val 65105"/>
            </a:avLst>
          </a:prstGeom>
          <a:solidFill>
            <a:srgbClr val="FFF3B8"/>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43" name="Formatting [Comment]" hidden="1">
            <a:extLst>
              <a:ext uri="{FF2B5EF4-FFF2-40B4-BE49-F238E27FC236}">
                <a16:creationId xmlns:a16="http://schemas.microsoft.com/office/drawing/2014/main" id="{31370255-4446-E2E0-D475-0E9332BBA969}"/>
              </a:ext>
            </a:extLst>
          </p:cNvPr>
          <p:cNvSpPr>
            <a:spLocks/>
          </p:cNvSpPr>
          <p:nvPr userDrawn="1"/>
        </p:nvSpPr>
        <p:spPr>
          <a:xfrm>
            <a:off x="10620496" y="1126713"/>
            <a:ext cx="1322679" cy="1287398"/>
          </a:xfrm>
          <a:prstGeom prst="wedgeRectCallout">
            <a:avLst>
              <a:gd name="adj1" fmla="val 33379"/>
              <a:gd name="adj2" fmla="val 65105"/>
            </a:avLst>
          </a:prstGeom>
          <a:solidFill>
            <a:srgbClr val="FFF3B8"/>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32" name="Final [Sticker]" hidden="1">
            <a:extLst>
              <a:ext uri="{FF2B5EF4-FFF2-40B4-BE49-F238E27FC236}">
                <a16:creationId xmlns:a16="http://schemas.microsoft.com/office/drawing/2014/main" id="{5402B19A-2F1E-0983-9BF4-848C4B7F0B87}"/>
              </a:ext>
            </a:extLst>
          </p:cNvPr>
          <p:cNvSpPr>
            <a:spLocks/>
          </p:cNvSpPr>
          <p:nvPr userDrawn="1"/>
        </p:nvSpPr>
        <p:spPr>
          <a:xfrm>
            <a:off x="10983300" y="210784"/>
            <a:ext cx="7070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FINAL SLIDE</a:t>
            </a:r>
          </a:p>
        </p:txBody>
      </p:sp>
      <p:sp>
        <p:nvSpPr>
          <p:cNvPr id="148" name="Internal [Sticker]" hidden="1">
            <a:extLst>
              <a:ext uri="{FF2B5EF4-FFF2-40B4-BE49-F238E27FC236}">
                <a16:creationId xmlns:a16="http://schemas.microsoft.com/office/drawing/2014/main" id="{28223912-D0A4-A620-A34F-518BD869E53F}"/>
              </a:ext>
            </a:extLst>
          </p:cNvPr>
          <p:cNvSpPr>
            <a:spLocks/>
          </p:cNvSpPr>
          <p:nvPr userDrawn="1"/>
        </p:nvSpPr>
        <p:spPr>
          <a:xfrm>
            <a:off x="10033000" y="210784"/>
            <a:ext cx="16573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INTERNAL USE ONLY</a:t>
            </a:r>
          </a:p>
        </p:txBody>
      </p:sp>
      <p:sp>
        <p:nvSpPr>
          <p:cNvPr id="149" name="Discussion [Sticker]" hidden="1">
            <a:extLst>
              <a:ext uri="{FF2B5EF4-FFF2-40B4-BE49-F238E27FC236}">
                <a16:creationId xmlns:a16="http://schemas.microsoft.com/office/drawing/2014/main" id="{D9D83DF6-771C-4C0C-6C7A-3A59B82BAD4A}"/>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FOR DISCUSSION</a:t>
            </a:r>
          </a:p>
        </p:txBody>
      </p:sp>
      <p:sp>
        <p:nvSpPr>
          <p:cNvPr id="145" name="Dummy [Sticker]" hidden="1">
            <a:extLst>
              <a:ext uri="{FF2B5EF4-FFF2-40B4-BE49-F238E27FC236}">
                <a16:creationId xmlns:a16="http://schemas.microsoft.com/office/drawing/2014/main" id="{85BE85F9-1C84-5D9C-577F-40BFD680420C}"/>
              </a:ext>
            </a:extLst>
          </p:cNvPr>
          <p:cNvSpPr>
            <a:spLocks/>
          </p:cNvSpPr>
          <p:nvPr userDrawn="1"/>
        </p:nvSpPr>
        <p:spPr>
          <a:xfrm>
            <a:off x="10734674" y="210784"/>
            <a:ext cx="955675"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DUMMY DATA</a:t>
            </a:r>
          </a:p>
        </p:txBody>
      </p:sp>
      <p:sp>
        <p:nvSpPr>
          <p:cNvPr id="146" name="Update [Sticker]" hidden="1">
            <a:extLst>
              <a:ext uri="{FF2B5EF4-FFF2-40B4-BE49-F238E27FC236}">
                <a16:creationId xmlns:a16="http://schemas.microsoft.com/office/drawing/2014/main" id="{DB5368A3-028B-BD89-843A-4055DAEC9BBE}"/>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UPDATE DATA</a:t>
            </a:r>
          </a:p>
        </p:txBody>
      </p:sp>
      <p:sp>
        <p:nvSpPr>
          <p:cNvPr id="147" name="Backup [Sticker]" hidden="1">
            <a:extLst>
              <a:ext uri="{FF2B5EF4-FFF2-40B4-BE49-F238E27FC236}">
                <a16:creationId xmlns:a16="http://schemas.microsoft.com/office/drawing/2014/main" id="{308EDF7D-F287-A5B8-407B-AF543ACA9F1E}"/>
              </a:ext>
            </a:extLst>
          </p:cNvPr>
          <p:cNvSpPr>
            <a:spLocks/>
          </p:cNvSpPr>
          <p:nvPr userDrawn="1"/>
        </p:nvSpPr>
        <p:spPr>
          <a:xfrm>
            <a:off x="10985500" y="210784"/>
            <a:ext cx="7048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BACKUP</a:t>
            </a:r>
          </a:p>
        </p:txBody>
      </p:sp>
      <p:grpSp>
        <p:nvGrpSpPr>
          <p:cNvPr id="134" name="Responsible [Sticker]" hidden="1">
            <a:extLst>
              <a:ext uri="{FF2B5EF4-FFF2-40B4-BE49-F238E27FC236}">
                <a16:creationId xmlns:a16="http://schemas.microsoft.com/office/drawing/2014/main" id="{D807E524-FC1C-0CD6-4E84-F55B41ABF787}"/>
              </a:ext>
            </a:extLst>
          </p:cNvPr>
          <p:cNvGrpSpPr/>
          <p:nvPr userDrawn="1"/>
        </p:nvGrpSpPr>
        <p:grpSpPr>
          <a:xfrm>
            <a:off x="9050330" y="210783"/>
            <a:ext cx="2640147" cy="173118"/>
            <a:chOff x="9050330" y="210783"/>
            <a:chExt cx="2640147" cy="173118"/>
          </a:xfrm>
        </p:grpSpPr>
        <p:sp>
          <p:nvSpPr>
            <p:cNvPr id="135" name="Final [Sticker org.]">
              <a:extLst>
                <a:ext uri="{FF2B5EF4-FFF2-40B4-BE49-F238E27FC236}">
                  <a16:creationId xmlns:a16="http://schemas.microsoft.com/office/drawing/2014/main" id="{4440328B-E219-D57E-E076-5D09AD704156}"/>
                </a:ext>
              </a:extLst>
            </p:cNvPr>
            <p:cNvSpPr>
              <a:spLocks/>
            </p:cNvSpPr>
            <p:nvPr/>
          </p:nvSpPr>
          <p:spPr>
            <a:xfrm>
              <a:off x="9050330" y="210783"/>
              <a:ext cx="2640147" cy="173117"/>
            </a:xfrm>
            <a:prstGeom prst="roundRect">
              <a:avLst>
                <a:gd name="adj" fmla="val 50000"/>
              </a:avLst>
            </a:prstGeom>
            <a:solidFill>
              <a:schemeClr val="bg1"/>
            </a:solidFill>
            <a:ln w="6350" cap="flat" cmpd="sng" algn="ctr">
              <a:solidFill>
                <a:schemeClr val="tx2"/>
              </a:solidFill>
              <a:prstDash val="solid"/>
            </a:ln>
            <a:effectLst/>
          </p:spPr>
          <p:txBody>
            <a:bodyPr wrap="square" lIns="90000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chemeClr val="tx2"/>
                  </a:solidFill>
                  <a:effectLst/>
                  <a:uLnTx/>
                  <a:uFillTx/>
                  <a:latin typeface="+mn-lt"/>
                  <a:ea typeface="+mn-ea"/>
                  <a:cs typeface="+mn-cs"/>
                </a:rPr>
                <a:t>TEXT</a:t>
              </a:r>
              <a:endParaRPr kumimoji="0" lang="en-US" sz="800" i="0" u="none" strike="noStrike" kern="0" cap="none" spc="0" normalizeH="0" baseline="0" noProof="0">
                <a:ln>
                  <a:noFill/>
                </a:ln>
                <a:solidFill>
                  <a:schemeClr val="tx2"/>
                </a:solidFill>
                <a:effectLst/>
                <a:uLnTx/>
                <a:uFillTx/>
                <a:latin typeface="+mn-lt"/>
                <a:ea typeface="+mn-ea"/>
                <a:cs typeface="+mn-cs"/>
              </a:endParaRPr>
            </a:p>
          </p:txBody>
        </p:sp>
        <p:sp>
          <p:nvSpPr>
            <p:cNvPr id="136" name="Final [Sticker org.]">
              <a:extLst>
                <a:ext uri="{FF2B5EF4-FFF2-40B4-BE49-F238E27FC236}">
                  <a16:creationId xmlns:a16="http://schemas.microsoft.com/office/drawing/2014/main" id="{E3A6C8D3-C105-250D-CC2B-D59A630EC485}"/>
                </a:ext>
              </a:extLst>
            </p:cNvPr>
            <p:cNvSpPr>
              <a:spLocks/>
            </p:cNvSpPr>
            <p:nvPr/>
          </p:nvSpPr>
          <p:spPr>
            <a:xfrm>
              <a:off x="9050330" y="210784"/>
              <a:ext cx="853949" cy="173117"/>
            </a:xfrm>
            <a:prstGeom prst="roundRect">
              <a:avLst>
                <a:gd name="adj" fmla="val 50000"/>
              </a:avLst>
            </a:prstGeom>
            <a:solidFill>
              <a:schemeClr val="tx2"/>
            </a:soli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rgbClr val="FFFFFF"/>
                  </a:solidFill>
                  <a:effectLst/>
                  <a:uLnTx/>
                  <a:uFillTx/>
                  <a:latin typeface="+mn-lt"/>
                  <a:ea typeface="+mn-ea"/>
                  <a:cs typeface="+mn-cs"/>
                </a:rPr>
                <a:t>RESPONSIBLE:</a:t>
              </a:r>
              <a:endParaRPr kumimoji="0" lang="en-US" sz="800" i="0" u="none" strike="noStrike" kern="0" cap="none" spc="0" normalizeH="0" baseline="0" noProof="0">
                <a:ln>
                  <a:noFill/>
                </a:ln>
                <a:solidFill>
                  <a:srgbClr val="FFFFFF"/>
                </a:solidFill>
                <a:effectLst/>
                <a:uLnTx/>
                <a:uFillTx/>
                <a:latin typeface="+mn-lt"/>
                <a:ea typeface="+mn-ea"/>
                <a:cs typeface="+mn-cs"/>
              </a:endParaRPr>
            </a:p>
          </p:txBody>
        </p:sp>
      </p:grpSp>
      <p:sp>
        <p:nvSpPr>
          <p:cNvPr id="137" name="Workspace [Presentation]" hidden="1">
            <a:extLst>
              <a:ext uri="{FF2B5EF4-FFF2-40B4-BE49-F238E27FC236}">
                <a16:creationId xmlns:a16="http://schemas.microsoft.com/office/drawing/2014/main" id="{94A6BE43-81F0-FA8E-2328-A068FC5E0F5F}"/>
              </a:ext>
            </a:extLst>
          </p:cNvPr>
          <p:cNvSpPr/>
          <p:nvPr userDrawn="1"/>
        </p:nvSpPr>
        <p:spPr bwMode="gray">
          <a:xfrm>
            <a:off x="504001" y="1548560"/>
            <a:ext cx="11186476" cy="4552203"/>
          </a:xfrm>
          <a:prstGeom prst="rect">
            <a:avLst/>
          </a:prstGeom>
          <a:noFill/>
          <a:ln w="12700" algn="ctr">
            <a:solidFill>
              <a:srgbClr val="D24726"/>
            </a:solidFill>
            <a:prstDash val="lgDash"/>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K"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12" name="TextBox 11">
            <a:extLst>
              <a:ext uri="{FF2B5EF4-FFF2-40B4-BE49-F238E27FC236}">
                <a16:creationId xmlns:a16="http://schemas.microsoft.com/office/drawing/2014/main" id="{9D3804D4-CFCB-3760-6825-6437954DC9F4}"/>
              </a:ext>
            </a:extLst>
          </p:cNvPr>
          <p:cNvSpPr txBox="1"/>
          <p:nvPr userDrawn="1">
            <p:extLst>
              <p:ext uri="{1162E1C5-73C7-4A58-AE30-91384D911F3F}">
                <p184:classification xmlns:p184="http://schemas.microsoft.com/office/powerpoint/2018/4/main" val="ftr"/>
              </p:ext>
            </p:extLst>
          </p:nvPr>
        </p:nvSpPr>
        <p:spPr>
          <a:xfrm>
            <a:off x="203200" y="6563360"/>
            <a:ext cx="2144713" cy="91440"/>
          </a:xfrm>
          <a:prstGeom prst="rect">
            <a:avLst/>
          </a:prstGeom>
        </p:spPr>
        <p:txBody>
          <a:bodyPr horzOverflow="overflow" lIns="0" tIns="0" rIns="0" bIns="0">
            <a:spAutoFit/>
          </a:bodyPr>
          <a:lstStyle/>
          <a:p>
            <a:pPr algn="l"/>
            <a:r>
              <a:rPr lang="en-DE" sz="600">
                <a:solidFill>
                  <a:srgbClr val="000000">
                    <a:alpha val="50000"/>
                  </a:srgbClr>
                </a:solidFill>
                <a:latin typeface="72 Brand" panose="020B0504030603020204" pitchFamily="34" charset="0"/>
              </a:rPr>
              <a:t>                 INTERNAL ‒ SAP and External Parties under NDA Only</a:t>
            </a:r>
          </a:p>
        </p:txBody>
      </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3" r:id="rId1"/>
    <p:sldLayoutId id="2147483805" r:id="rId2"/>
    <p:sldLayoutId id="2147483780" r:id="rId3"/>
    <p:sldLayoutId id="2147483787" r:id="rId4"/>
    <p:sldLayoutId id="2147483816" r:id="rId5"/>
    <p:sldLayoutId id="2147483817" r:id="rId6"/>
    <p:sldLayoutId id="2147483818" r:id="rId7"/>
    <p:sldLayoutId id="2147483777" r:id="rId8"/>
    <p:sldLayoutId id="2147483788" r:id="rId9"/>
    <p:sldLayoutId id="2147483821" r:id="rId10"/>
    <p:sldLayoutId id="2147483823" r:id="rId11"/>
    <p:sldLayoutId id="2147483741" r:id="rId12"/>
    <p:sldLayoutId id="2147483813" r:id="rId13"/>
    <p:sldLayoutId id="2147483765" r:id="rId14"/>
    <p:sldLayoutId id="2147483811" r:id="rId15"/>
    <p:sldLayoutId id="2147483767" r:id="rId16"/>
    <p:sldLayoutId id="2147483815" r:id="rId17"/>
    <p:sldLayoutId id="2147483812" r:id="rId18"/>
    <p:sldLayoutId id="2147483774" r:id="rId19"/>
    <p:sldLayoutId id="2147483745" r:id="rId20"/>
    <p:sldLayoutId id="2147483760" r:id="rId21"/>
    <p:sldLayoutId id="2147483768" r:id="rId22"/>
    <p:sldLayoutId id="2147483769" r:id="rId23"/>
    <p:sldLayoutId id="2147483770" r:id="rId24"/>
    <p:sldLayoutId id="2147483757" r:id="rId25"/>
    <p:sldLayoutId id="2147483771" r:id="rId26"/>
    <p:sldLayoutId id="2147483763" r:id="rId27"/>
    <p:sldLayoutId id="2147483751" r:id="rId28"/>
    <p:sldLayoutId id="2147483825" r:id="rId29"/>
    <p:sldLayoutId id="2147483826" r:id="rId30"/>
    <p:sldLayoutId id="2147483740" r:id="rId31"/>
    <p:sldLayoutId id="2147483810" r:id="rId32"/>
    <p:sldLayoutId id="2147483756" r:id="rId33"/>
    <p:sldLayoutId id="2147483824" r:id="rId34"/>
    <p:sldLayoutId id="2147483829" r:id="rId35"/>
    <p:sldLayoutId id="2147483828" r:id="rId36"/>
    <p:sldLayoutId id="2147483795" r:id="rId37"/>
    <p:sldLayoutId id="2147483796" r:id="rId38"/>
    <p:sldLayoutId id="2147483797" r:id="rId39"/>
    <p:sldLayoutId id="2147483801" r:id="rId40"/>
    <p:sldLayoutId id="2147483802" r:id="rId41"/>
    <p:sldLayoutId id="2147483803" r:id="rId42"/>
    <p:sldLayoutId id="2147483804" r:id="rId43"/>
    <p:sldLayoutId id="2147483819" r:id="rId44"/>
  </p:sldLayoutIdLst>
  <p:hf hdr="0" ftr="0" dt="0"/>
  <p:txStyles>
    <p:title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p:titleStyle>
    <p:bodyStyle>
      <a:lvl1pPr marL="0" indent="0" algn="l" defTabSz="1088558" rtl="0" eaLnBrk="1" latinLnBrk="0" hangingPunct="1">
        <a:spcBef>
          <a:spcPts val="600"/>
        </a:spcBef>
        <a:buClrTx/>
        <a:buSzPct val="100000"/>
        <a:buFont typeface="Arial" panose="020B0604020202020204" pitchFamily="34" charset="0"/>
        <a:buChar char="​"/>
        <a:defRPr sz="2000" b="0" i="0" kern="1200" baseline="0">
          <a:solidFill>
            <a:schemeClr val="tx1"/>
          </a:solidFill>
          <a:latin typeface="+mn-lt"/>
          <a:ea typeface="+mn-ea"/>
          <a:cs typeface="+mn-cs"/>
        </a:defRPr>
      </a:lvl1pPr>
      <a:lvl2pPr marL="252000" indent="-252000" algn="l" defTabSz="1088558" rtl="0" eaLnBrk="1" latinLnBrk="0" hangingPunct="1">
        <a:spcBef>
          <a:spcPts val="600"/>
        </a:spcBef>
        <a:buClr>
          <a:schemeClr val="tx1"/>
        </a:buClr>
        <a:buSzPct val="100000"/>
        <a:buFont typeface="Wingdings" panose="05000000000000000000" pitchFamily="2" charset="2"/>
        <a:buChar char=""/>
        <a:defRPr sz="1800" b="0" i="0" kern="1200">
          <a:solidFill>
            <a:schemeClr val="tx1"/>
          </a:solidFill>
          <a:latin typeface="+mn-lt"/>
          <a:ea typeface="+mn-ea"/>
          <a:cs typeface="+mn-cs"/>
        </a:defRPr>
      </a:lvl2pPr>
      <a:lvl3pPr marL="504000" indent="-252000" algn="l" defTabSz="1088558" rtl="0" eaLnBrk="1" latinLnBrk="0" hangingPunct="1">
        <a:spcBef>
          <a:spcPts val="600"/>
        </a:spcBef>
        <a:buClr>
          <a:schemeClr val="tx1"/>
        </a:buClr>
        <a:buSzPct val="100000"/>
        <a:buFont typeface="Wingdings" panose="05000000000000000000" pitchFamily="2" charset="2"/>
        <a:buChar char=""/>
        <a:defRPr lang="en-US" sz="1600" b="0" i="0" kern="1200" noProof="0" dirty="0" smtClean="0">
          <a:solidFill>
            <a:schemeClr val="tx1"/>
          </a:solidFill>
          <a:latin typeface="+mn-lt"/>
          <a:ea typeface="+mn-ea"/>
          <a:cs typeface="+mn-cs"/>
        </a:defRPr>
      </a:lvl3pPr>
      <a:lvl4pPr marL="756000" indent="-252000" algn="l" defTabSz="1088558"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mn-lt"/>
          <a:ea typeface="+mn-ea"/>
          <a:cs typeface="+mn-cs"/>
        </a:defRPr>
      </a:lvl4pPr>
      <a:lvl5pPr marL="0" indent="0" algn="l" defTabSz="1088558"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8558"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8558"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8558"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8558" rtl="0" eaLnBrk="1" latinLnBrk="0" hangingPunct="1">
        <a:spcBef>
          <a:spcPts val="600"/>
        </a:spcBef>
        <a:buFont typeface="Arial" pitchFamily="34" charset="0"/>
        <a:buChar char="​"/>
        <a:defRPr sz="3600" kern="1200">
          <a:solidFill>
            <a:schemeClr val="tx1"/>
          </a:solidFill>
          <a:latin typeface="+mj-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7" userDrawn="1">
          <p15:clr>
            <a:srgbClr val="A4A4A4"/>
          </p15:clr>
        </p15:guide>
        <p15:guide id="2" pos="759" userDrawn="1">
          <p15:clr>
            <a:srgbClr val="A4A4A4"/>
          </p15:clr>
        </p15:guide>
        <p15:guide id="3" orient="horz" pos="317" userDrawn="1">
          <p15:clr>
            <a:srgbClr val="A4A4A4"/>
          </p15:clr>
        </p15:guide>
        <p15:guide id="4" orient="horz" pos="4002" userDrawn="1">
          <p15:clr>
            <a:srgbClr val="A4A4A4"/>
          </p15:clr>
        </p15:guide>
        <p15:guide id="5" pos="917" userDrawn="1">
          <p15:clr>
            <a:srgbClr val="A4A4A4"/>
          </p15:clr>
        </p15:guide>
        <p15:guide id="6" pos="1359" userDrawn="1">
          <p15:clr>
            <a:srgbClr val="A4A4A4"/>
          </p15:clr>
        </p15:guide>
        <p15:guide id="7" pos="1518" userDrawn="1">
          <p15:clr>
            <a:srgbClr val="A4A4A4"/>
          </p15:clr>
        </p15:guide>
        <p15:guide id="8" pos="1960" userDrawn="1">
          <p15:clr>
            <a:srgbClr val="A4A4A4"/>
          </p15:clr>
        </p15:guide>
        <p15:guide id="9" pos="2118" userDrawn="1">
          <p15:clr>
            <a:srgbClr val="A4A4A4"/>
          </p15:clr>
        </p15:guide>
        <p15:guide id="10" pos="2560" userDrawn="1">
          <p15:clr>
            <a:srgbClr val="A4A4A4"/>
          </p15:clr>
        </p15:guide>
        <p15:guide id="11" pos="2719" userDrawn="1">
          <p15:clr>
            <a:srgbClr val="A4A4A4"/>
          </p15:clr>
        </p15:guide>
        <p15:guide id="12" pos="3161" userDrawn="1">
          <p15:clr>
            <a:srgbClr val="A4A4A4"/>
          </p15:clr>
        </p15:guide>
        <p15:guide id="13" pos="3319" userDrawn="1">
          <p15:clr>
            <a:srgbClr val="A4A4A4"/>
          </p15:clr>
        </p15:guide>
        <p15:guide id="14" pos="3761" userDrawn="1">
          <p15:clr>
            <a:srgbClr val="A4A4A4"/>
          </p15:clr>
        </p15:guide>
        <p15:guide id="15" pos="3920" userDrawn="1">
          <p15:clr>
            <a:srgbClr val="A4A4A4"/>
          </p15:clr>
        </p15:guide>
        <p15:guide id="16" pos="4362" userDrawn="1">
          <p15:clr>
            <a:srgbClr val="A4A4A4"/>
          </p15:clr>
        </p15:guide>
        <p15:guide id="17" pos="4520" userDrawn="1">
          <p15:clr>
            <a:srgbClr val="A4A4A4"/>
          </p15:clr>
        </p15:guide>
        <p15:guide id="18" pos="4962" userDrawn="1">
          <p15:clr>
            <a:srgbClr val="A4A4A4"/>
          </p15:clr>
        </p15:guide>
        <p15:guide id="19" pos="5121" userDrawn="1">
          <p15:clr>
            <a:srgbClr val="A4A4A4"/>
          </p15:clr>
        </p15:guide>
        <p15:guide id="20" pos="5563" userDrawn="1">
          <p15:clr>
            <a:srgbClr val="A4A4A4"/>
          </p15:clr>
        </p15:guide>
        <p15:guide id="21" pos="5721" userDrawn="1">
          <p15:clr>
            <a:srgbClr val="A4A4A4"/>
          </p15:clr>
        </p15:guide>
        <p15:guide id="22" pos="6163" userDrawn="1">
          <p15:clr>
            <a:srgbClr val="A4A4A4"/>
          </p15:clr>
        </p15:guide>
        <p15:guide id="23" pos="6322" userDrawn="1">
          <p15:clr>
            <a:srgbClr val="A4A4A4"/>
          </p15:clr>
        </p15:guide>
        <p15:guide id="24" pos="6764" userDrawn="1">
          <p15:clr>
            <a:srgbClr val="A4A4A4"/>
          </p15:clr>
        </p15:guide>
        <p15:guide id="25" pos="6922" userDrawn="1">
          <p15:clr>
            <a:srgbClr val="A4A4A4"/>
          </p15:clr>
        </p15:guide>
        <p15:guide id="26" pos="7364" userDrawn="1">
          <p15:clr>
            <a:srgbClr val="A4A4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5.xml"/><Relationship Id="rId1" Type="http://schemas.openxmlformats.org/officeDocument/2006/relationships/customXml" Target="../../customXml/item28.xml"/><Relationship Id="rId5" Type="http://schemas.openxmlformats.org/officeDocument/2006/relationships/image" Target="../media/image29.sv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17.xml"/><Relationship Id="rId1" Type="http://schemas.openxmlformats.org/officeDocument/2006/relationships/customXml" Target="../../customXml/item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18.xml"/><Relationship Id="rId1" Type="http://schemas.openxmlformats.org/officeDocument/2006/relationships/customXml" Target="../../customXml/item7.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19.xml"/><Relationship Id="rId1" Type="http://schemas.openxmlformats.org/officeDocument/2006/relationships/customXml" Target="../../customXml/item6.xml"/><Relationship Id="rId5" Type="http://schemas.openxmlformats.org/officeDocument/2006/relationships/image" Target="../media/image30.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10.xml"/><Relationship Id="rId1" Type="http://schemas.openxmlformats.org/officeDocument/2006/relationships/customXml" Target="../../customXml/item11.xml"/><Relationship Id="rId5" Type="http://schemas.openxmlformats.org/officeDocument/2006/relationships/image" Target="../media/image3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22.xml"/><Relationship Id="rId1" Type="http://schemas.openxmlformats.org/officeDocument/2006/relationships/customXml" Target="../../customXml/item23.xml"/><Relationship Id="rId5" Type="http://schemas.openxmlformats.org/officeDocument/2006/relationships/image" Target="../media/image3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12.xml"/><Relationship Id="rId1" Type="http://schemas.openxmlformats.org/officeDocument/2006/relationships/customXml" Target="../../customXml/item13.xml"/><Relationship Id="rId5" Type="http://schemas.openxmlformats.org/officeDocument/2006/relationships/image" Target="../media/image3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image" Target="../media/image34.emf"/><Relationship Id="rId2" Type="http://schemas.openxmlformats.org/officeDocument/2006/relationships/customXml" Target="../../customXml/item21.xml"/><Relationship Id="rId1" Type="http://schemas.openxmlformats.org/officeDocument/2006/relationships/customXml" Target="../../customXml/item20.xml"/><Relationship Id="rId6" Type="http://schemas.openxmlformats.org/officeDocument/2006/relationships/oleObject" Target="../embeddings/oleObject1.bin"/><Relationship Id="rId5" Type="http://schemas.openxmlformats.org/officeDocument/2006/relationships/hyperlink" Target="https://wiki.one.int.sap/wiki/spaces/S4HPROC011/pages/5681941152/GxP+enablement"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26.xml"/><Relationship Id="rId1" Type="http://schemas.openxmlformats.org/officeDocument/2006/relationships/customXml" Target="../../customXml/item25.xml"/><Relationship Id="rId5" Type="http://schemas.openxmlformats.org/officeDocument/2006/relationships/hyperlink" Target="https://sap.sharepoint.com/teams/CloudERP-LSIntegration-Architecture/Shared%20Documents/Cloud%20ERP%20-%20LS%20Integration%20-%20Architecture/ACD/ACD_S4HPUC_IPE_LifeScience_Extension.docx?d=w681c4b43745349158dc3120be8fbf0a2&amp;nav=eyJjIjoyMDE4ODY0ODF9&amp;e=nlvPNvUPBkSQ-7TGvxggTA&amp;at=15"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14.xml"/><Relationship Id="rId1" Type="http://schemas.openxmlformats.org/officeDocument/2006/relationships/customXml" Target="../../customXml/item29.xml"/><Relationship Id="rId5" Type="http://schemas.openxmlformats.org/officeDocument/2006/relationships/image" Target="../media/image3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9.xml"/><Relationship Id="rId1" Type="http://schemas.openxmlformats.org/officeDocument/2006/relationships/customXml" Target="../../customXml/item2.xml"/><Relationship Id="rId5" Type="http://schemas.openxmlformats.org/officeDocument/2006/relationships/hyperlink" Target="https://sap-my.sharepoint.com/:p:/p/loring_wu/IQBvRylh4H39QIRs0MHpOru_AfrhJwg5g4j6XBO4emQX5Uo?e=DXRffb&amp;CID=49C30A36-4FFC-4ED2-9580-0553084E2AEC&amp;wdLOR=c1B800586-DDEF-4C0A-B70F-A2C3EE17B74E"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hyperlink" Target="mailto:loring.wu@sap.com" TargetMode="External"/><Relationship Id="rId3" Type="http://schemas.openxmlformats.org/officeDocument/2006/relationships/hyperlink" Target="https://sap.sharepoint.com/:w:/r/teams/GxPCloudERP/_layouts/15/Doc.aspx?sourcedoc=%7BECF01654-ACB5-4CF7-90F5-904C754078B7%7D&amp;file=ACD_GxP_E_sign.docx&amp;wdLOR=c501CD5DC-6D92-4863-ACC8-76A99C6A7AAA&amp;action=default&amp;mobileredirect=true" TargetMode="External"/><Relationship Id="rId7" Type="http://schemas.openxmlformats.org/officeDocument/2006/relationships/hyperlink" Target="mailto:ya.gupta@sap.com" TargetMode="External"/><Relationship Id="rId2" Type="http://schemas.openxmlformats.org/officeDocument/2006/relationships/hyperlink" Target="https://wiki.one.int.sap/wiki/spaces/S4HPROC011/pages/5681941152/GxP+enablement" TargetMode="External"/><Relationship Id="rId1" Type="http://schemas.openxmlformats.org/officeDocument/2006/relationships/slideLayout" Target="../slideLayouts/slideLayout20.xml"/><Relationship Id="rId6" Type="http://schemas.openxmlformats.org/officeDocument/2006/relationships/hyperlink" Target="mailto:karthikeyan.k.a.l@sap.com" TargetMode="External"/><Relationship Id="rId11" Type="http://schemas.openxmlformats.org/officeDocument/2006/relationships/hyperlink" Target="mailto:%3crashad.muradli@sap.com" TargetMode="External"/><Relationship Id="rId5" Type="http://schemas.openxmlformats.org/officeDocument/2006/relationships/hyperlink" Target="mailto:swarnava.chatterjee@sap.com" TargetMode="External"/><Relationship Id="rId10" Type="http://schemas.openxmlformats.org/officeDocument/2006/relationships/hyperlink" Target="mailto:viswanath.natesan@sap.com" TargetMode="External"/><Relationship Id="rId4" Type="http://schemas.openxmlformats.org/officeDocument/2006/relationships/hyperlink" Target="https://sap.sharepoint.com/teams/CloudERP-LSIntegration-Architecture/Shared%20Documents/Cloud%20ERP%20-%20LS%20Integration%20-%20Architecture/ACD/ACD_S4HPUC_IPE_LifeScience_Extension.docx?d=w681c4b43745349158dc3120be8fbf0a2&amp;nav=eyJjIjoyMDE4ODY0ODF9&amp;e=nlvPNvUPBkSQ-7TGvxggTA&amp;at=15" TargetMode="External"/><Relationship Id="rId9" Type="http://schemas.openxmlformats.org/officeDocument/2006/relationships/hyperlink" Target="mailto:sathishkumar.meenakshisundaram@sap.com" TargetMode="Externa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2.xml"/><Relationship Id="rId7" Type="http://schemas.openxmlformats.org/officeDocument/2006/relationships/image" Target="../media/image36.png"/><Relationship Id="rId2" Type="http://schemas.openxmlformats.org/officeDocument/2006/relationships/customXml" Target="../../customXml/item3.xml"/><Relationship Id="rId1" Type="http://schemas.openxmlformats.org/officeDocument/2006/relationships/customXml" Target="../../customXml/item27.xml"/><Relationship Id="rId6" Type="http://schemas.openxmlformats.org/officeDocument/2006/relationships/image" Target="../media/image29.svg"/><Relationship Id="rId5" Type="http://schemas.openxmlformats.org/officeDocument/2006/relationships/hyperlink" Target="https://qrcode.cfapps.eu10.hana.ondemand.com/" TargetMode="Externa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926650-00A2-FE76-58FA-FC7806CCD217}"/>
              </a:ext>
              <a:ext uri="{C183D7F6-B498-43B3-948B-1728B52AA6E4}">
                <adec:decorative xmlns:adec="http://schemas.microsoft.com/office/drawing/2017/decorative" val="1"/>
              </a:ext>
            </a:extLst>
          </p:cNvPr>
          <p:cNvSpPr/>
          <p:nvPr/>
        </p:nvSpPr>
        <p:spPr bwMode="gray">
          <a:xfrm>
            <a:off x="5964494" y="0"/>
            <a:ext cx="6230682" cy="6858000"/>
          </a:xfrm>
          <a:prstGeom prst="rect">
            <a:avLst/>
          </a:prstGeom>
          <a:solidFill>
            <a:srgbClr val="002A86"/>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GB"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14" name="Title 1">
            <a:extLst>
              <a:ext uri="{FF2B5EF4-FFF2-40B4-BE49-F238E27FC236}">
                <a16:creationId xmlns:a16="http://schemas.microsoft.com/office/drawing/2014/main" id="{96204B03-B1FB-1E82-EAA5-ECF68E372A82}"/>
              </a:ext>
            </a:extLst>
          </p:cNvPr>
          <p:cNvSpPr>
            <a:spLocks noGrp="1"/>
          </p:cNvSpPr>
          <p:nvPr>
            <p:ph type="title"/>
          </p:nvPr>
        </p:nvSpPr>
        <p:spPr>
          <a:xfrm>
            <a:off x="503238" y="2352634"/>
            <a:ext cx="4765449" cy="997196"/>
          </a:xfrm>
        </p:spPr>
        <p:txBody>
          <a:bodyPr/>
          <a:lstStyle/>
          <a:p>
            <a:r>
              <a:rPr lang="en-US" err="1"/>
              <a:t>GxP</a:t>
            </a:r>
            <a:r>
              <a:rPr lang="en-US"/>
              <a:t> Enablement</a:t>
            </a:r>
            <a:endParaRPr lang="en-DE"/>
          </a:p>
        </p:txBody>
      </p:sp>
      <p:sp>
        <p:nvSpPr>
          <p:cNvPr id="2" name="Spaker name - Dynamic" descr="{&quot;templafy&quot;:{&quot;id&quot;:&quot;a636ad95-8249-4013-b71b-c9b4d417f80a&quot;}}">
            <a:extLst>
              <a:ext uri="{FF2B5EF4-FFF2-40B4-BE49-F238E27FC236}">
                <a16:creationId xmlns:a16="http://schemas.microsoft.com/office/drawing/2014/main" id="{C925A837-5469-792C-5225-4A1FABC0341A}"/>
              </a:ext>
            </a:extLst>
          </p:cNvPr>
          <p:cNvSpPr txBox="1">
            <a:spLocks/>
          </p:cNvSpPr>
          <p:nvPr/>
        </p:nvSpPr>
        <p:spPr>
          <a:xfrm>
            <a:off x="503238" y="4273200"/>
            <a:ext cx="5402236" cy="223148"/>
          </a:xfrm>
          <a:prstGeom prst="rect">
            <a:avLst/>
          </a:prstGeom>
          <a:noFill/>
        </p:spPr>
        <p:txBody>
          <a:bodyPr wrap="square" lIns="0" tIns="0" rIns="0" bIns="0" rtlCol="0" anchor="b" anchorCtr="0">
            <a:noAutofit/>
          </a:bodyPr>
          <a:ls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a:lstStyle>
          <a:p>
            <a:pPr algn="l"/>
            <a:r>
              <a:rPr lang="en-GB" sz="1400">
                <a:latin typeface="72 Brand" panose="020B0504030603020204" pitchFamily="34" charset="0"/>
                <a:cs typeface="72" panose="020B0503030000000003" pitchFamily="34" charset="0"/>
              </a:rPr>
              <a:t>Ruediger Partsch</a:t>
            </a:r>
          </a:p>
          <a:p>
            <a:pPr algn="l"/>
            <a:r>
              <a:rPr lang="en-GB" sz="1400">
                <a:latin typeface="72 Brand" panose="020B0504030603020204" pitchFamily="34" charset="0"/>
                <a:cs typeface="72" panose="020B0503030000000003" pitchFamily="34" charset="0"/>
              </a:rPr>
              <a:t>Nils Hartmann </a:t>
            </a:r>
          </a:p>
          <a:p>
            <a:pPr algn="l"/>
            <a:r>
              <a:rPr lang="en-GB" sz="1400">
                <a:latin typeface="72 Brand" panose="020B0504030603020204" pitchFamily="34" charset="0"/>
                <a:cs typeface="72" panose="020B0503030000000003" pitchFamily="34" charset="0"/>
              </a:rPr>
              <a:t>Jiss Nimmi Augustine</a:t>
            </a:r>
          </a:p>
          <a:p>
            <a:pPr algn="l"/>
            <a:endParaRPr lang="en-GB" sz="1400" noProof="0">
              <a:latin typeface="72 Brand" panose="020B0504030603020204" pitchFamily="34" charset="0"/>
              <a:cs typeface="72" panose="020B0503030000000003" pitchFamily="34" charset="0"/>
            </a:endParaRPr>
          </a:p>
        </p:txBody>
      </p:sp>
      <p:sp>
        <p:nvSpPr>
          <p:cNvPr id="9" name="Date - Dynamic" descr="{&quot;templafy&quot;:{&quot;id&quot;:&quot;b3c95c8d-1cbe-40de-a77f-f9d5ce72388a&quot;}}">
            <a:extLst>
              <a:ext uri="{FF2B5EF4-FFF2-40B4-BE49-F238E27FC236}">
                <a16:creationId xmlns:a16="http://schemas.microsoft.com/office/drawing/2014/main" id="{D5F0BFE3-F7A5-80B2-78F0-4C710288F2D6}"/>
              </a:ext>
            </a:extLst>
          </p:cNvPr>
          <p:cNvSpPr txBox="1">
            <a:spLocks/>
          </p:cNvSpPr>
          <p:nvPr/>
        </p:nvSpPr>
        <p:spPr>
          <a:xfrm>
            <a:off x="503238" y="4539600"/>
            <a:ext cx="5402236" cy="223148"/>
          </a:xfrm>
          <a:prstGeom prst="rect">
            <a:avLst/>
          </a:prstGeom>
          <a:noFill/>
        </p:spPr>
        <p:txBody>
          <a:bodyPr wrap="square" lIns="0" tIns="0" rIns="0" bIns="0" rtlCol="0" anchor="b" anchorCtr="0">
            <a:noAutofit/>
          </a:bodyPr>
          <a:ls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a:lstStyle>
          <a:p>
            <a:pPr algn="l"/>
            <a:r>
              <a:rPr lang="en-GB" sz="1400">
                <a:latin typeface="72 Brand" panose="020B0504030603020204" pitchFamily="34" charset="0"/>
                <a:cs typeface="72" panose="020B0503030000000003" pitchFamily="34" charset="0"/>
              </a:rPr>
              <a:t>May 2026</a:t>
            </a:r>
            <a:endParaRPr lang="en-GB" sz="1400" noProof="0">
              <a:latin typeface="72 Brand" panose="020B0504030603020204" pitchFamily="34" charset="0"/>
              <a:cs typeface="72" panose="020B0503030000000003" pitchFamily="34" charset="0"/>
            </a:endParaRPr>
          </a:p>
        </p:txBody>
      </p:sp>
      <p:pic>
        <p:nvPicPr>
          <p:cNvPr id="21" name="Graphic 20">
            <a:extLst>
              <a:ext uri="{FF2B5EF4-FFF2-40B4-BE49-F238E27FC236}">
                <a16:creationId xmlns:a16="http://schemas.microsoft.com/office/drawing/2014/main" id="{B93588D5-B955-B957-C928-A5775F531AC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rcRect l="14855" r="57562"/>
          <a:stretch/>
        </p:blipFill>
        <p:spPr>
          <a:xfrm>
            <a:off x="6032784" y="158955"/>
            <a:ext cx="6084603" cy="6538069"/>
          </a:xfrm>
          <a:prstGeom prst="rect">
            <a:avLst/>
          </a:prstGeom>
        </p:spPr>
      </p:pic>
    </p:spTree>
    <p:custDataLst>
      <p:custData r:id="rId1"/>
      <p:custData r:id="rId2"/>
    </p:custDataLst>
    <p:extLst>
      <p:ext uri="{BB962C8B-B14F-4D97-AF65-F5344CB8AC3E}">
        <p14:creationId xmlns:p14="http://schemas.microsoft.com/office/powerpoint/2010/main" val="2601413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61112A-89F8-6DC6-A15C-1DCCC64C9A5B}"/>
              </a:ext>
            </a:extLst>
          </p:cNvPr>
          <p:cNvSpPr>
            <a:spLocks noGrp="1"/>
          </p:cNvSpPr>
          <p:nvPr>
            <p:ph type="title"/>
          </p:nvPr>
        </p:nvSpPr>
        <p:spPr/>
        <p:txBody>
          <a:bodyPr/>
          <a:lstStyle/>
          <a:p>
            <a:r>
              <a:rPr lang="en-GB"/>
              <a:t>Agenda</a:t>
            </a:r>
            <a:endParaRPr lang="en-DE"/>
          </a:p>
        </p:txBody>
      </p:sp>
      <p:sp>
        <p:nvSpPr>
          <p:cNvPr id="28" name="TextBox 27">
            <a:extLst>
              <a:ext uri="{FF2B5EF4-FFF2-40B4-BE49-F238E27FC236}">
                <a16:creationId xmlns:a16="http://schemas.microsoft.com/office/drawing/2014/main" id="{A3BE5920-C69C-C6A6-C1E8-2602949DB1BA}"/>
              </a:ext>
            </a:extLst>
          </p:cNvPr>
          <p:cNvSpPr txBox="1"/>
          <p:nvPr/>
        </p:nvSpPr>
        <p:spPr>
          <a:xfrm>
            <a:off x="504000" y="1573734"/>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GB" sz="4000" b="1" kern="0">
                <a:latin typeface="72 Brand" panose="020B0504030603020204" pitchFamily="34" charset="0"/>
                <a:ea typeface="72 Brand" pitchFamily="34" charset="-128"/>
                <a:cs typeface="72 Brand" pitchFamily="34" charset="-128"/>
              </a:rPr>
              <a:t>01</a:t>
            </a:r>
            <a:endParaRPr lang="en-DE" sz="4000" b="1" kern="0">
              <a:latin typeface="72 Brand" panose="020B0504030603020204" pitchFamily="34" charset="0"/>
              <a:ea typeface="72 Brand" pitchFamily="34" charset="-128"/>
              <a:cs typeface="72 Brand" pitchFamily="34" charset="-128"/>
            </a:endParaRPr>
          </a:p>
        </p:txBody>
      </p:sp>
      <p:sp>
        <p:nvSpPr>
          <p:cNvPr id="39" name="TextBox 38">
            <a:extLst>
              <a:ext uri="{FF2B5EF4-FFF2-40B4-BE49-F238E27FC236}">
                <a16:creationId xmlns:a16="http://schemas.microsoft.com/office/drawing/2014/main" id="{9B957C2D-BF16-C8B6-246C-A32BF7B87E37}"/>
              </a:ext>
            </a:extLst>
          </p:cNvPr>
          <p:cNvSpPr txBox="1"/>
          <p:nvPr/>
        </p:nvSpPr>
        <p:spPr>
          <a:xfrm>
            <a:off x="1439999" y="1727621"/>
            <a:ext cx="6437175" cy="307777"/>
          </a:xfrm>
          <a:prstGeom prst="rect">
            <a:avLst/>
          </a:prstGeom>
          <a:noFill/>
        </p:spPr>
        <p:txBody>
          <a:bodyPr wrap="square" lIns="0" tIns="0" rIns="0" bIns="0" rtlCol="0" anchor="ctr" anchorCtr="0">
            <a:spAutoFit/>
          </a:bodyPr>
          <a:lstStyle/>
          <a:p>
            <a:pPr algn="l" fontAlgn="base">
              <a:spcBef>
                <a:spcPct val="50000"/>
              </a:spcBef>
              <a:spcAft>
                <a:spcPct val="0"/>
              </a:spcAft>
              <a:buClr>
                <a:schemeClr val="tx1"/>
              </a:buClr>
              <a:buSzPct val="100000"/>
            </a:pPr>
            <a:r>
              <a:rPr lang="en-GB" sz="2000" kern="0">
                <a:latin typeface="72 Brand Medium" panose="020B0604030603020204" pitchFamily="34" charset="0"/>
                <a:ea typeface="72 Brand" pitchFamily="34" charset="-128"/>
                <a:cs typeface="72 Brand" pitchFamily="34" charset="-128"/>
              </a:rPr>
              <a:t>Overview about </a:t>
            </a:r>
            <a:r>
              <a:rPr lang="en-GB" sz="2000" kern="0" err="1">
                <a:latin typeface="72 Brand Medium" panose="020B0604030603020204" pitchFamily="34" charset="0"/>
                <a:ea typeface="72 Brand" pitchFamily="34" charset="-128"/>
                <a:cs typeface="72 Brand" pitchFamily="34" charset="-128"/>
              </a:rPr>
              <a:t>GxP</a:t>
            </a:r>
            <a:endParaRPr lang="en-GB" sz="1400" kern="0">
              <a:latin typeface="72 Brand" panose="020B0504030603020204" pitchFamily="34" charset="0"/>
              <a:ea typeface="72 Brand" pitchFamily="34" charset="-128"/>
              <a:cs typeface="72 Brand" pitchFamily="34" charset="-128"/>
            </a:endParaRPr>
          </a:p>
        </p:txBody>
      </p:sp>
      <p:sp>
        <p:nvSpPr>
          <p:cNvPr id="45" name="TextBox 44">
            <a:extLst>
              <a:ext uri="{FF2B5EF4-FFF2-40B4-BE49-F238E27FC236}">
                <a16:creationId xmlns:a16="http://schemas.microsoft.com/office/drawing/2014/main" id="{8B284987-94B1-31EF-0CC5-9D4E1DF612CD}"/>
              </a:ext>
            </a:extLst>
          </p:cNvPr>
          <p:cNvSpPr txBox="1"/>
          <p:nvPr/>
        </p:nvSpPr>
        <p:spPr>
          <a:xfrm>
            <a:off x="504000" y="2582980"/>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GB" sz="4000" b="1" kern="0">
                <a:latin typeface="72 Brand" panose="020B0504030603020204" pitchFamily="34" charset="0"/>
                <a:ea typeface="72 Brand" pitchFamily="34" charset="-128"/>
                <a:cs typeface="72 Brand" pitchFamily="34" charset="-128"/>
              </a:rPr>
              <a:t>02</a:t>
            </a:r>
            <a:endParaRPr lang="en-DE" sz="4000" b="1" kern="0">
              <a:latin typeface="72 Brand" panose="020B0504030603020204" pitchFamily="34" charset="0"/>
              <a:ea typeface="72 Brand" pitchFamily="34" charset="-128"/>
              <a:cs typeface="72 Brand" pitchFamily="34" charset="-128"/>
            </a:endParaRPr>
          </a:p>
        </p:txBody>
      </p:sp>
      <p:sp>
        <p:nvSpPr>
          <p:cNvPr id="47" name="TextBox 46">
            <a:extLst>
              <a:ext uri="{FF2B5EF4-FFF2-40B4-BE49-F238E27FC236}">
                <a16:creationId xmlns:a16="http://schemas.microsoft.com/office/drawing/2014/main" id="{464C4895-6271-3106-5620-721E4D8AACEA}"/>
              </a:ext>
            </a:extLst>
          </p:cNvPr>
          <p:cNvSpPr txBox="1"/>
          <p:nvPr/>
        </p:nvSpPr>
        <p:spPr>
          <a:xfrm>
            <a:off x="1439999" y="2736867"/>
            <a:ext cx="6437175" cy="307777"/>
          </a:xfrm>
          <a:prstGeom prst="rect">
            <a:avLst/>
          </a:prstGeom>
          <a:noFill/>
        </p:spPr>
        <p:txBody>
          <a:bodyPr wrap="square" lIns="0" tIns="0" rIns="0" bIns="0" rtlCol="0" anchor="ctr" anchorCtr="0">
            <a:spAutoFit/>
          </a:bodyPr>
          <a:lstStyle/>
          <a:p>
            <a:pPr fontAlgn="base">
              <a:spcBef>
                <a:spcPct val="50000"/>
              </a:spcBef>
              <a:spcAft>
                <a:spcPct val="0"/>
              </a:spcAft>
              <a:buClr>
                <a:schemeClr val="tx1"/>
              </a:buClr>
              <a:buSzPct val="100000"/>
            </a:pPr>
            <a:r>
              <a:rPr lang="en-GB" sz="2000" kern="0" dirty="0" err="1">
                <a:latin typeface="72 Brand Medium"/>
                <a:ea typeface="72 Brand"/>
                <a:cs typeface="72 Brand" pitchFamily="34" charset="-128"/>
              </a:rPr>
              <a:t>GxP</a:t>
            </a:r>
            <a:r>
              <a:rPr lang="en-GB" sz="2000" kern="0" dirty="0">
                <a:latin typeface="72 Brand Medium"/>
                <a:ea typeface="72 Brand"/>
                <a:cs typeface="72 Brand" pitchFamily="34" charset="-128"/>
              </a:rPr>
              <a:t> Project Scope</a:t>
            </a:r>
            <a:endParaRPr lang="en-GB" sz="2000" kern="0" dirty="0">
              <a:latin typeface="72 Brand Medium"/>
              <a:ea typeface="72 Brand" pitchFamily="34" charset="-128"/>
              <a:cs typeface="72 Brand" pitchFamily="34" charset="-128"/>
            </a:endParaRPr>
          </a:p>
        </p:txBody>
      </p:sp>
      <p:sp>
        <p:nvSpPr>
          <p:cNvPr id="49" name="TextBox 48">
            <a:extLst>
              <a:ext uri="{FF2B5EF4-FFF2-40B4-BE49-F238E27FC236}">
                <a16:creationId xmlns:a16="http://schemas.microsoft.com/office/drawing/2014/main" id="{6D0BA62C-B80F-862A-AFE5-5D21BBABBC87}"/>
              </a:ext>
            </a:extLst>
          </p:cNvPr>
          <p:cNvSpPr txBox="1"/>
          <p:nvPr/>
        </p:nvSpPr>
        <p:spPr>
          <a:xfrm>
            <a:off x="504000" y="3592226"/>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GB" sz="4000" b="1" kern="0">
                <a:latin typeface="72 Brand" panose="020B0504030603020204" pitchFamily="34" charset="0"/>
                <a:ea typeface="72 Brand" pitchFamily="34" charset="-128"/>
                <a:cs typeface="72 Brand" pitchFamily="34" charset="-128"/>
              </a:rPr>
              <a:t>03</a:t>
            </a:r>
            <a:endParaRPr lang="en-DE" sz="4000" b="1" kern="0">
              <a:latin typeface="72 Brand" panose="020B0504030603020204" pitchFamily="34" charset="0"/>
              <a:ea typeface="72 Brand" pitchFamily="34" charset="-128"/>
              <a:cs typeface="72 Brand" pitchFamily="34" charset="-128"/>
            </a:endParaRPr>
          </a:p>
        </p:txBody>
      </p:sp>
      <p:sp>
        <p:nvSpPr>
          <p:cNvPr id="51" name="TextBox 50">
            <a:extLst>
              <a:ext uri="{FF2B5EF4-FFF2-40B4-BE49-F238E27FC236}">
                <a16:creationId xmlns:a16="http://schemas.microsoft.com/office/drawing/2014/main" id="{9E597EAA-CFE1-9B5A-4A21-ED9E479DD405}"/>
              </a:ext>
            </a:extLst>
          </p:cNvPr>
          <p:cNvSpPr txBox="1"/>
          <p:nvPr/>
        </p:nvSpPr>
        <p:spPr>
          <a:xfrm>
            <a:off x="1439999" y="3792279"/>
            <a:ext cx="6437175" cy="215444"/>
          </a:xfrm>
          <a:prstGeom prst="rect">
            <a:avLst/>
          </a:prstGeom>
          <a:noFill/>
        </p:spPr>
        <p:txBody>
          <a:bodyPr wrap="square" lIns="0" tIns="0" rIns="0" bIns="0" rtlCol="0" anchor="ctr" anchorCtr="0">
            <a:spAutoFit/>
          </a:bodyPr>
          <a:lstStyle/>
          <a:p>
            <a:pPr algn="l" fontAlgn="base">
              <a:spcBef>
                <a:spcPct val="50000"/>
              </a:spcBef>
              <a:spcAft>
                <a:spcPct val="0"/>
              </a:spcAft>
              <a:buClr>
                <a:schemeClr val="tx1"/>
              </a:buClr>
              <a:buSzPct val="100000"/>
            </a:pPr>
            <a:endParaRPr lang="en-GB" sz="1400" kern="0">
              <a:latin typeface="72 Brand" panose="020B0504030603020204" pitchFamily="34" charset="0"/>
              <a:ea typeface="72 Brand" pitchFamily="34" charset="-128"/>
              <a:cs typeface="72 Brand" pitchFamily="34" charset="-128"/>
            </a:endParaRPr>
          </a:p>
        </p:txBody>
      </p:sp>
      <p:sp>
        <p:nvSpPr>
          <p:cNvPr id="53" name="TextBox 52">
            <a:extLst>
              <a:ext uri="{FF2B5EF4-FFF2-40B4-BE49-F238E27FC236}">
                <a16:creationId xmlns:a16="http://schemas.microsoft.com/office/drawing/2014/main" id="{BD1D401A-5FBC-5C3B-37CA-F234F7C1497B}"/>
              </a:ext>
            </a:extLst>
          </p:cNvPr>
          <p:cNvSpPr txBox="1"/>
          <p:nvPr/>
        </p:nvSpPr>
        <p:spPr>
          <a:xfrm>
            <a:off x="504000" y="4601472"/>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GB" sz="4000" b="1" kern="0">
                <a:latin typeface="72 Brand" panose="020B0504030603020204" pitchFamily="34" charset="0"/>
                <a:ea typeface="72 Brand" pitchFamily="34" charset="-128"/>
                <a:cs typeface="72 Brand" pitchFamily="34" charset="-128"/>
              </a:rPr>
              <a:t>04</a:t>
            </a:r>
            <a:endParaRPr lang="en-DE" sz="4000" b="1" kern="0">
              <a:latin typeface="72 Brand" panose="020B0504030603020204" pitchFamily="34" charset="0"/>
              <a:ea typeface="72 Brand" pitchFamily="34" charset="-128"/>
              <a:cs typeface="72 Brand" pitchFamily="34" charset="-128"/>
            </a:endParaRPr>
          </a:p>
        </p:txBody>
      </p:sp>
      <p:sp>
        <p:nvSpPr>
          <p:cNvPr id="55" name="TextBox 54">
            <a:extLst>
              <a:ext uri="{FF2B5EF4-FFF2-40B4-BE49-F238E27FC236}">
                <a16:creationId xmlns:a16="http://schemas.microsoft.com/office/drawing/2014/main" id="{431737F5-16C6-649A-EA28-277EADDAE9C7}"/>
              </a:ext>
            </a:extLst>
          </p:cNvPr>
          <p:cNvSpPr txBox="1"/>
          <p:nvPr/>
        </p:nvSpPr>
        <p:spPr>
          <a:xfrm>
            <a:off x="1439999" y="4755359"/>
            <a:ext cx="6437175" cy="307777"/>
          </a:xfrm>
          <a:prstGeom prst="rect">
            <a:avLst/>
          </a:prstGeom>
          <a:noFill/>
        </p:spPr>
        <p:txBody>
          <a:bodyPr wrap="square" lIns="0" tIns="0" rIns="0" bIns="0" rtlCol="0" anchor="ctr" anchorCtr="0">
            <a:spAutoFit/>
          </a:bodyPr>
          <a:lstStyle/>
          <a:p>
            <a:pPr fontAlgn="base">
              <a:spcBef>
                <a:spcPct val="50000"/>
              </a:spcBef>
              <a:spcAft>
                <a:spcPct val="0"/>
              </a:spcAft>
              <a:buClr>
                <a:schemeClr val="tx1"/>
              </a:buClr>
              <a:buSzPct val="100000"/>
            </a:pPr>
            <a:r>
              <a:rPr lang="en-GB" sz="2000" dirty="0">
                <a:solidFill>
                  <a:srgbClr val="000000"/>
                </a:solidFill>
                <a:latin typeface="72 Brand Medium"/>
              </a:rPr>
              <a:t>On-going topics in </a:t>
            </a:r>
            <a:r>
              <a:rPr lang="en-GB" sz="2000" dirty="0" err="1">
                <a:solidFill>
                  <a:srgbClr val="000000"/>
                </a:solidFill>
                <a:latin typeface="72 Brand Medium"/>
              </a:rPr>
              <a:t>GxP</a:t>
            </a:r>
            <a:r>
              <a:rPr lang="en-GB" sz="2000" dirty="0">
                <a:solidFill>
                  <a:srgbClr val="000000"/>
                </a:solidFill>
                <a:latin typeface="72 Brand Medium"/>
              </a:rPr>
              <a:t> (eSignature and CGTO)</a:t>
            </a:r>
            <a:endParaRPr lang="en-US" sz="2000" dirty="0"/>
          </a:p>
        </p:txBody>
      </p:sp>
      <p:sp>
        <p:nvSpPr>
          <p:cNvPr id="5" name="TextBox 4">
            <a:extLst>
              <a:ext uri="{FF2B5EF4-FFF2-40B4-BE49-F238E27FC236}">
                <a16:creationId xmlns:a16="http://schemas.microsoft.com/office/drawing/2014/main" id="{14CB2C20-F4A8-D553-AC27-9B3902FA13B5}"/>
              </a:ext>
            </a:extLst>
          </p:cNvPr>
          <p:cNvSpPr txBox="1"/>
          <p:nvPr/>
        </p:nvSpPr>
        <p:spPr>
          <a:xfrm>
            <a:off x="504000" y="5610720"/>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GB" sz="4000" b="1" kern="0">
                <a:latin typeface="72 Brand" panose="020B0504030603020204" pitchFamily="34" charset="0"/>
                <a:ea typeface="72 Brand" pitchFamily="34" charset="-128"/>
                <a:cs typeface="72 Brand" pitchFamily="34" charset="-128"/>
              </a:rPr>
              <a:t>05</a:t>
            </a:r>
            <a:endParaRPr lang="en-DE" sz="4000" b="1" kern="0">
              <a:latin typeface="72 Brand" panose="020B0504030603020204" pitchFamily="34" charset="0"/>
              <a:ea typeface="72 Brand" pitchFamily="34" charset="-128"/>
              <a:cs typeface="72 Brand" pitchFamily="34" charset="-128"/>
            </a:endParaRPr>
          </a:p>
        </p:txBody>
      </p:sp>
      <p:sp>
        <p:nvSpPr>
          <p:cNvPr id="7" name="TextBox 6">
            <a:extLst>
              <a:ext uri="{FF2B5EF4-FFF2-40B4-BE49-F238E27FC236}">
                <a16:creationId xmlns:a16="http://schemas.microsoft.com/office/drawing/2014/main" id="{0E52B0E2-E377-C06F-6C7E-5F4967761FF4}"/>
              </a:ext>
            </a:extLst>
          </p:cNvPr>
          <p:cNvSpPr txBox="1"/>
          <p:nvPr/>
        </p:nvSpPr>
        <p:spPr>
          <a:xfrm>
            <a:off x="1439999" y="5764607"/>
            <a:ext cx="6437175" cy="307777"/>
          </a:xfrm>
          <a:prstGeom prst="rect">
            <a:avLst/>
          </a:prstGeom>
          <a:noFill/>
        </p:spPr>
        <p:txBody>
          <a:bodyPr wrap="square" lIns="0" tIns="0" rIns="0" bIns="0" rtlCol="0" anchor="ctr" anchorCtr="0">
            <a:spAutoFit/>
          </a:bodyPr>
          <a:lstStyle/>
          <a:p>
            <a:pPr algn="l" fontAlgn="base">
              <a:spcBef>
                <a:spcPct val="50000"/>
              </a:spcBef>
              <a:spcAft>
                <a:spcPct val="0"/>
              </a:spcAft>
              <a:buClr>
                <a:schemeClr val="tx1"/>
              </a:buClr>
              <a:buSzPct val="100000"/>
            </a:pPr>
            <a:r>
              <a:rPr lang="en-GB" sz="2000" kern="0" dirty="0">
                <a:latin typeface="72 Brand Medium" panose="020B0604030603020204" pitchFamily="34" charset="0"/>
                <a:ea typeface="72 Brand" pitchFamily="34" charset="-128"/>
                <a:cs typeface="72 Brand" pitchFamily="34" charset="-128"/>
              </a:rPr>
              <a:t>Contact Details</a:t>
            </a:r>
          </a:p>
        </p:txBody>
      </p:sp>
      <p:cxnSp>
        <p:nvCxnSpPr>
          <p:cNvPr id="40" name="Straight Connector 39">
            <a:extLst>
              <a:ext uri="{FF2B5EF4-FFF2-40B4-BE49-F238E27FC236}">
                <a16:creationId xmlns:a16="http://schemas.microsoft.com/office/drawing/2014/main" id="{8F980AF4-B68F-2E53-836F-98E10307CC41}"/>
              </a:ext>
              <a:ext uri="{C183D7F6-B498-43B3-948B-1728B52AA6E4}">
                <adec:decorative xmlns:adec="http://schemas.microsoft.com/office/drawing/2017/decorative" val="1"/>
              </a:ext>
            </a:extLst>
          </p:cNvPr>
          <p:cNvCxnSpPr>
            <a:cxnSpLocks/>
          </p:cNvCxnSpPr>
          <p:nvPr/>
        </p:nvCxnSpPr>
        <p:spPr>
          <a:xfrm>
            <a:off x="531314" y="2386133"/>
            <a:ext cx="7345861" cy="0"/>
          </a:xfrm>
          <a:prstGeom prst="line">
            <a:avLst/>
          </a:prstGeom>
          <a:ln w="12700">
            <a:solidFill>
              <a:srgbClr val="1B9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C1B596E-E9E4-DFBA-02A1-DC91B7E34FB9}"/>
              </a:ext>
              <a:ext uri="{C183D7F6-B498-43B3-948B-1728B52AA6E4}">
                <adec:decorative xmlns:adec="http://schemas.microsoft.com/office/drawing/2017/decorative" val="1"/>
              </a:ext>
            </a:extLst>
          </p:cNvPr>
          <p:cNvCxnSpPr>
            <a:cxnSpLocks/>
          </p:cNvCxnSpPr>
          <p:nvPr/>
        </p:nvCxnSpPr>
        <p:spPr>
          <a:xfrm>
            <a:off x="531314" y="5413871"/>
            <a:ext cx="7345861" cy="0"/>
          </a:xfrm>
          <a:prstGeom prst="line">
            <a:avLst/>
          </a:prstGeom>
          <a:ln w="12700">
            <a:solidFill>
              <a:srgbClr val="1B9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563BB2-B6A1-97D7-93CB-312AB7ACD38E}"/>
              </a:ext>
              <a:ext uri="{C183D7F6-B498-43B3-948B-1728B52AA6E4}">
                <adec:decorative xmlns:adec="http://schemas.microsoft.com/office/drawing/2017/decorative" val="1"/>
              </a:ext>
            </a:extLst>
          </p:cNvPr>
          <p:cNvCxnSpPr>
            <a:cxnSpLocks/>
          </p:cNvCxnSpPr>
          <p:nvPr/>
        </p:nvCxnSpPr>
        <p:spPr>
          <a:xfrm>
            <a:off x="531314" y="4404625"/>
            <a:ext cx="7345861" cy="0"/>
          </a:xfrm>
          <a:prstGeom prst="line">
            <a:avLst/>
          </a:prstGeom>
          <a:ln w="12700">
            <a:solidFill>
              <a:srgbClr val="1B9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74AFE6-1FD1-7181-C5CE-EC087BACC7E0}"/>
              </a:ext>
              <a:ext uri="{C183D7F6-B498-43B3-948B-1728B52AA6E4}">
                <adec:decorative xmlns:adec="http://schemas.microsoft.com/office/drawing/2017/decorative" val="1"/>
              </a:ext>
            </a:extLst>
          </p:cNvPr>
          <p:cNvCxnSpPr>
            <a:cxnSpLocks/>
          </p:cNvCxnSpPr>
          <p:nvPr/>
        </p:nvCxnSpPr>
        <p:spPr>
          <a:xfrm>
            <a:off x="531314" y="3395379"/>
            <a:ext cx="7345861" cy="0"/>
          </a:xfrm>
          <a:prstGeom prst="line">
            <a:avLst/>
          </a:prstGeom>
          <a:ln w="12700">
            <a:solidFill>
              <a:srgbClr val="1B9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712EDAC-07ED-FA6E-07C4-51446D4455A2}"/>
              </a:ext>
            </a:extLst>
          </p:cNvPr>
          <p:cNvSpPr txBox="1"/>
          <p:nvPr/>
        </p:nvSpPr>
        <p:spPr>
          <a:xfrm>
            <a:off x="1454379" y="3849835"/>
            <a:ext cx="6437175" cy="215444"/>
          </a:xfrm>
          <a:prstGeom prst="rect">
            <a:avLst/>
          </a:prstGeom>
          <a:noFill/>
        </p:spPr>
        <p:txBody>
          <a:bodyPr wrap="square" lIns="0" tIns="0" rIns="0" bIns="0" rtlCol="0" anchor="ctr" anchorCtr="0">
            <a:spAutoFit/>
          </a:bodyPr>
          <a:lstStyle/>
          <a:p>
            <a:pPr algn="l" fontAlgn="base">
              <a:spcBef>
                <a:spcPct val="50000"/>
              </a:spcBef>
              <a:spcAft>
                <a:spcPct val="0"/>
              </a:spcAft>
              <a:buClr>
                <a:schemeClr val="tx1"/>
              </a:buClr>
              <a:buSzPct val="100000"/>
            </a:pPr>
            <a:r>
              <a:rPr lang="en-GB" sz="1400" kern="0">
                <a:latin typeface="72 Brand" panose="020B0504030603020204" pitchFamily="34" charset="0"/>
                <a:ea typeface="72 Brand" pitchFamily="34" charset="-128"/>
                <a:cs typeface="72 Brand" pitchFamily="34" charset="-128"/>
              </a:rPr>
              <a:t>..</a:t>
            </a:r>
          </a:p>
        </p:txBody>
      </p:sp>
      <p:sp>
        <p:nvSpPr>
          <p:cNvPr id="3" name="TextBox 2">
            <a:extLst>
              <a:ext uri="{FF2B5EF4-FFF2-40B4-BE49-F238E27FC236}">
                <a16:creationId xmlns:a16="http://schemas.microsoft.com/office/drawing/2014/main" id="{C09C5F1F-EFA5-7E22-FB58-64A204D444E5}"/>
              </a:ext>
            </a:extLst>
          </p:cNvPr>
          <p:cNvSpPr txBox="1"/>
          <p:nvPr/>
        </p:nvSpPr>
        <p:spPr>
          <a:xfrm>
            <a:off x="1453907" y="3765902"/>
            <a:ext cx="6097587" cy="307777"/>
          </a:xfrm>
          <a:prstGeom prst="rect">
            <a:avLst/>
          </a:prstGeom>
          <a:noFill/>
          <a:ln w="28575">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fontAlgn="base">
              <a:spcBef>
                <a:spcPct val="50000"/>
              </a:spcBef>
              <a:spcAft>
                <a:spcPct val="0"/>
              </a:spcAft>
              <a:buClr>
                <a:schemeClr val="tx1"/>
              </a:buClr>
              <a:buSzPct val="100000"/>
            </a:pPr>
            <a:r>
              <a:rPr lang="en-US" sz="2000" kern="0" dirty="0" err="1">
                <a:latin typeface="+mj-lt"/>
                <a:ea typeface="72 Brand" pitchFamily="34" charset="-128"/>
                <a:cs typeface="72 Brand" pitchFamily="34" charset="-128"/>
              </a:rPr>
              <a:t>GxP</a:t>
            </a:r>
            <a:r>
              <a:rPr lang="en-US" sz="2000" kern="0" dirty="0">
                <a:latin typeface="+mj-lt"/>
                <a:ea typeface="72 Brand" pitchFamily="34" charset="-128"/>
                <a:cs typeface="72 Brand" pitchFamily="34" charset="-128"/>
              </a:rPr>
              <a:t> Solution Overview</a:t>
            </a:r>
          </a:p>
        </p:txBody>
      </p:sp>
    </p:spTree>
    <p:custDataLst>
      <p:custData r:id="rId1"/>
      <p:custData r:id="rId2"/>
    </p:custDataLst>
    <p:extLst>
      <p:ext uri="{BB962C8B-B14F-4D97-AF65-F5344CB8AC3E}">
        <p14:creationId xmlns:p14="http://schemas.microsoft.com/office/powerpoint/2010/main" val="234432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084356-FF67-8500-A2A3-6E923E39145A}"/>
              </a:ext>
            </a:extLst>
          </p:cNvPr>
          <p:cNvSpPr>
            <a:spLocks noGrp="1"/>
          </p:cNvSpPr>
          <p:nvPr>
            <p:ph type="title"/>
          </p:nvPr>
        </p:nvSpPr>
        <p:spPr>
          <a:xfrm>
            <a:off x="504001" y="504000"/>
            <a:ext cx="11186476" cy="369332"/>
          </a:xfrm>
        </p:spPr>
        <p:txBody>
          <a:bodyPr/>
          <a:lstStyle/>
          <a:p>
            <a:r>
              <a:rPr lang="en-GB"/>
              <a:t>Overview</a:t>
            </a:r>
            <a:endParaRPr lang="en-DE"/>
          </a:p>
        </p:txBody>
      </p:sp>
      <p:sp>
        <p:nvSpPr>
          <p:cNvPr id="3" name="TextBox 2">
            <a:extLst>
              <a:ext uri="{FF2B5EF4-FFF2-40B4-BE49-F238E27FC236}">
                <a16:creationId xmlns:a16="http://schemas.microsoft.com/office/drawing/2014/main" id="{E2677B20-A891-BC22-5887-E6B20101DC89}"/>
              </a:ext>
            </a:extLst>
          </p:cNvPr>
          <p:cNvSpPr txBox="1"/>
          <p:nvPr/>
        </p:nvSpPr>
        <p:spPr>
          <a:xfrm>
            <a:off x="501807" y="1226916"/>
            <a:ext cx="9899606" cy="5009064"/>
          </a:xfrm>
          <a:prstGeom prst="rect">
            <a:avLst/>
          </a:prstGeom>
          <a:noFill/>
          <a:ln w="28575">
            <a:noFill/>
          </a:ln>
        </p:spPr>
        <p:txBody>
          <a:bodyPr wrap="square" lIns="0" tIns="0" rIns="0" bIns="0" rtlCol="0" anchor="t">
            <a:spAutoFit/>
          </a:bodyPr>
          <a:lstStyle/>
          <a:p>
            <a:pPr fontAlgn="base">
              <a:spcBef>
                <a:spcPct val="50000"/>
              </a:spcBef>
              <a:spcAft>
                <a:spcPct val="0"/>
              </a:spcAft>
              <a:buClr>
                <a:schemeClr val="tx1"/>
              </a:buClr>
              <a:buSzPct val="100000"/>
            </a:pPr>
            <a:r>
              <a:rPr lang="en-US" dirty="0" err="1"/>
              <a:t>GxP</a:t>
            </a:r>
            <a:r>
              <a:rPr lang="en-US" dirty="0"/>
              <a:t>* compliance provides regulations and guidelines to  be followed during Manufacturing practice, Clinical Practice, Documentation Practice etc. covering aspects around patient safety, Product quality, and Data integrity. </a:t>
            </a:r>
          </a:p>
          <a:p>
            <a:pPr fontAlgn="base">
              <a:spcBef>
                <a:spcPct val="50000"/>
              </a:spcBef>
              <a:spcAft>
                <a:spcPct val="0"/>
              </a:spcAft>
              <a:buClr>
                <a:schemeClr val="tx1"/>
              </a:buClr>
              <a:buSzPct val="100000"/>
            </a:pPr>
            <a:r>
              <a:rPr lang="en-US" dirty="0"/>
              <a:t>Complying with </a:t>
            </a:r>
            <a:r>
              <a:rPr lang="en-US" dirty="0" err="1"/>
              <a:t>GxP</a:t>
            </a:r>
            <a:r>
              <a:rPr lang="en-US" dirty="0"/>
              <a:t> regulations is a legal requirement (e.g., by WHO, EMA, FDA) for all life science companies that develop, manufacture and distribute pharmaceuticals and medical devices.</a:t>
            </a:r>
            <a:endParaRPr lang="en-DE" dirty="0"/>
          </a:p>
          <a:p>
            <a:pPr>
              <a:spcBef>
                <a:spcPct val="50000"/>
              </a:spcBef>
              <a:spcAft>
                <a:spcPct val="0"/>
              </a:spcAft>
            </a:pPr>
            <a:r>
              <a:rPr lang="en-US" dirty="0">
                <a:ea typeface="72 Brand"/>
                <a:cs typeface="Arial"/>
              </a:rPr>
              <a:t>There are two topics on-going under </a:t>
            </a:r>
            <a:r>
              <a:rPr lang="en-US" dirty="0" err="1">
                <a:ea typeface="72 Brand"/>
                <a:cs typeface="Arial"/>
              </a:rPr>
              <a:t>GxP</a:t>
            </a:r>
            <a:r>
              <a:rPr lang="en-US" dirty="0">
                <a:ea typeface="72 Brand"/>
                <a:cs typeface="Arial"/>
              </a:rPr>
              <a:t> topic.</a:t>
            </a:r>
            <a:endParaRPr lang="en-US" dirty="0">
              <a:ea typeface="72 Brand" pitchFamily="34" charset="-128"/>
              <a:cs typeface="Arial"/>
            </a:endParaRPr>
          </a:p>
          <a:p>
            <a:pPr marL="457200" indent="-457200">
              <a:spcBef>
                <a:spcPct val="50000"/>
              </a:spcBef>
              <a:spcAft>
                <a:spcPct val="0"/>
              </a:spcAft>
              <a:buAutoNum type="arabicParenR"/>
            </a:pPr>
            <a:r>
              <a:rPr lang="en-US">
                <a:ea typeface="72 Brand"/>
                <a:cs typeface="Arial"/>
              </a:rPr>
              <a:t>eSignature integration for Purchase Order</a:t>
            </a:r>
          </a:p>
          <a:p>
            <a:pPr marL="457200" indent="-457200">
              <a:spcBef>
                <a:spcPct val="50000"/>
              </a:spcBef>
              <a:spcAft>
                <a:spcPct val="0"/>
              </a:spcAft>
              <a:buAutoNum type="arabicParenR"/>
            </a:pPr>
            <a:r>
              <a:rPr lang="en-US" dirty="0">
                <a:ea typeface="72 Brand"/>
                <a:cs typeface="Arial"/>
              </a:rPr>
              <a:t>S/4HANA extension </a:t>
            </a:r>
            <a:r>
              <a:rPr lang="en-US">
                <a:ea typeface="72 Brand"/>
                <a:cs typeface="Arial"/>
              </a:rPr>
              <a:t>for life science application</a:t>
            </a:r>
            <a:endParaRPr lang="en-US" dirty="0">
              <a:ea typeface="72 Brand"/>
              <a:cs typeface="Arial"/>
            </a:endParaRPr>
          </a:p>
          <a:p>
            <a:pPr marL="457200" indent="-457200">
              <a:spcBef>
                <a:spcPct val="50000"/>
              </a:spcBef>
              <a:spcAft>
                <a:spcPct val="0"/>
              </a:spcAft>
              <a:buAutoNum type="arabicParenR"/>
            </a:pPr>
            <a:endParaRPr lang="en-US" dirty="0">
              <a:ea typeface="72 Brand"/>
              <a:cs typeface="Arial"/>
            </a:endParaRPr>
          </a:p>
          <a:p>
            <a:pPr fontAlgn="base">
              <a:spcBef>
                <a:spcPct val="50000"/>
              </a:spcBef>
              <a:spcAft>
                <a:spcPct val="0"/>
              </a:spcAft>
              <a:buClr>
                <a:schemeClr val="tx1"/>
              </a:buClr>
              <a:buSzPct val="100000"/>
            </a:pPr>
            <a:r>
              <a:rPr lang="en-US" sz="1400" kern="0" dirty="0">
                <a:latin typeface="72 Brand" panose="020B0504030603020204" pitchFamily="34" charset="0"/>
                <a:ea typeface="72 Brand" pitchFamily="34" charset="-128"/>
                <a:cs typeface="72 Brand" pitchFamily="34" charset="-128"/>
              </a:rPr>
              <a:t> </a:t>
            </a:r>
          </a:p>
          <a:p>
            <a:pPr algn="l" fontAlgn="base">
              <a:spcBef>
                <a:spcPct val="50000"/>
              </a:spcBef>
              <a:spcAft>
                <a:spcPct val="0"/>
              </a:spcAft>
              <a:buClr>
                <a:schemeClr val="tx1"/>
              </a:buClr>
              <a:buSzPct val="100000"/>
            </a:pPr>
            <a:endParaRPr lang="en-US" sz="1400" kern="0" dirty="0">
              <a:latin typeface="72 Brand" panose="020B0504030603020204" pitchFamily="34" charset="0"/>
              <a:ea typeface="72 Brand" pitchFamily="34" charset="-128"/>
              <a:cs typeface="72 Brand" pitchFamily="34" charset="-128"/>
            </a:endParaRPr>
          </a:p>
          <a:p>
            <a:pPr fontAlgn="base">
              <a:spcBef>
                <a:spcPct val="50000"/>
              </a:spcBef>
              <a:spcAft>
                <a:spcPct val="0"/>
              </a:spcAft>
              <a:buClr>
                <a:schemeClr val="tx1"/>
              </a:buClr>
              <a:buSzPct val="100000"/>
            </a:pPr>
            <a:r>
              <a:rPr lang="en-DE" sz="1200" kern="0" dirty="0">
                <a:latin typeface="72 Brand"/>
                <a:ea typeface="72 Brand"/>
                <a:cs typeface="72 Brand" pitchFamily="34" charset="-128"/>
              </a:rPr>
              <a:t>*</a:t>
            </a:r>
            <a:r>
              <a:rPr lang="en-DE" sz="1200" kern="0" dirty="0" err="1">
                <a:latin typeface="72 Brand"/>
                <a:ea typeface="72 Brand"/>
                <a:cs typeface="72 Brand" pitchFamily="34" charset="-128"/>
              </a:rPr>
              <a:t>GxP</a:t>
            </a:r>
            <a:r>
              <a:rPr lang="en-DE" sz="1200" kern="0" dirty="0">
                <a:latin typeface="72 Brand"/>
                <a:ea typeface="72 Brand"/>
                <a:cs typeface="72 Brand" pitchFamily="34" charset="-128"/>
              </a:rPr>
              <a:t>: </a:t>
            </a:r>
            <a:r>
              <a:rPr lang="en-IN" sz="1200" kern="0" dirty="0">
                <a:highlight>
                  <a:srgbClr val="FFFFFF"/>
                </a:highlight>
                <a:latin typeface="Calibri"/>
                <a:ea typeface="Calibri"/>
                <a:cs typeface="Calibri"/>
              </a:rPr>
              <a:t>Good Manufacturing Practice, Good Clinical Practice, Good Laboratory Practice, Good Documentation Practice etc</a:t>
            </a:r>
            <a:endParaRPr lang="en-DE" sz="1200" kern="0" dirty="0">
              <a:latin typeface="72 Brand" panose="020B0504030603020204" pitchFamily="34" charset="0"/>
              <a:ea typeface="72 Brand" pitchFamily="34" charset="-128"/>
              <a:cs typeface="72 Brand" pitchFamily="34" charset="-128"/>
            </a:endParaRPr>
          </a:p>
        </p:txBody>
      </p:sp>
    </p:spTree>
    <p:custDataLst>
      <p:custData r:id="rId1"/>
      <p:custData r:id="rId2"/>
    </p:custDataLst>
    <p:extLst>
      <p:ext uri="{BB962C8B-B14F-4D97-AF65-F5344CB8AC3E}">
        <p14:creationId xmlns:p14="http://schemas.microsoft.com/office/powerpoint/2010/main" val="3591309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07500-86F9-05BF-5212-9B0153EAC9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042C84-B0E3-AFE1-2877-0416FD83660D}"/>
              </a:ext>
            </a:extLst>
          </p:cNvPr>
          <p:cNvSpPr>
            <a:spLocks noGrp="1"/>
          </p:cNvSpPr>
          <p:nvPr>
            <p:ph type="title"/>
          </p:nvPr>
        </p:nvSpPr>
        <p:spPr>
          <a:xfrm>
            <a:off x="504001" y="504000"/>
            <a:ext cx="11186476" cy="369332"/>
          </a:xfrm>
        </p:spPr>
        <p:txBody>
          <a:bodyPr/>
          <a:lstStyle/>
          <a:p>
            <a:r>
              <a:rPr lang="en-GB" err="1"/>
              <a:t>GxP</a:t>
            </a:r>
            <a:r>
              <a:rPr lang="en-GB"/>
              <a:t> Enablement – Project Scope</a:t>
            </a:r>
            <a:endParaRPr lang="en-DE"/>
          </a:p>
        </p:txBody>
      </p:sp>
      <p:grpSp>
        <p:nvGrpSpPr>
          <p:cNvPr id="9" name="Group 8">
            <a:extLst>
              <a:ext uri="{FF2B5EF4-FFF2-40B4-BE49-F238E27FC236}">
                <a16:creationId xmlns:a16="http://schemas.microsoft.com/office/drawing/2014/main" id="{92F5C324-C7D8-DD9F-5811-675D56EF6757}"/>
              </a:ext>
            </a:extLst>
          </p:cNvPr>
          <p:cNvGrpSpPr/>
          <p:nvPr/>
        </p:nvGrpSpPr>
        <p:grpSpPr>
          <a:xfrm>
            <a:off x="1018376" y="881691"/>
            <a:ext cx="10461051" cy="5976309"/>
            <a:chOff x="1018376" y="881691"/>
            <a:chExt cx="10573470" cy="5976309"/>
          </a:xfrm>
        </p:grpSpPr>
        <p:pic>
          <p:nvPicPr>
            <p:cNvPr id="5" name="Picture 4">
              <a:extLst>
                <a:ext uri="{FF2B5EF4-FFF2-40B4-BE49-F238E27FC236}">
                  <a16:creationId xmlns:a16="http://schemas.microsoft.com/office/drawing/2014/main" id="{5C20427F-7249-8359-9F61-7929EEC130C8}"/>
                </a:ext>
              </a:extLst>
            </p:cNvPr>
            <p:cNvPicPr>
              <a:picLocks noChangeAspect="1"/>
            </p:cNvPicPr>
            <p:nvPr/>
          </p:nvPicPr>
          <p:blipFill>
            <a:blip r:embed="rId5"/>
            <a:stretch>
              <a:fillRect/>
            </a:stretch>
          </p:blipFill>
          <p:spPr>
            <a:xfrm>
              <a:off x="1018376" y="881691"/>
              <a:ext cx="10573470" cy="5976309"/>
            </a:xfrm>
            <a:prstGeom prst="rect">
              <a:avLst/>
            </a:prstGeom>
            <a:solidFill>
              <a:schemeClr val="bg1"/>
            </a:solidFill>
          </p:spPr>
        </p:pic>
        <p:sp>
          <p:nvSpPr>
            <p:cNvPr id="7" name="Rectangle 6">
              <a:extLst>
                <a:ext uri="{FF2B5EF4-FFF2-40B4-BE49-F238E27FC236}">
                  <a16:creationId xmlns:a16="http://schemas.microsoft.com/office/drawing/2014/main" id="{AB1A924C-AEB5-B605-E12B-819E43C6F58D}"/>
                </a:ext>
              </a:extLst>
            </p:cNvPr>
            <p:cNvSpPr/>
            <p:nvPr/>
          </p:nvSpPr>
          <p:spPr bwMode="gray">
            <a:xfrm>
              <a:off x="10700952" y="6240163"/>
              <a:ext cx="648841" cy="506626"/>
            </a:xfrm>
            <a:prstGeom prst="rect">
              <a:avLst/>
            </a:prstGeom>
            <a:solidFill>
              <a:schemeClr val="bg1"/>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strike="noStrike" kern="0" cap="none" spc="0" normalizeH="0" baseline="0" noProof="0" err="1">
                <a:ln>
                  <a:noFill/>
                </a:ln>
                <a:effectLst/>
                <a:uLnTx/>
                <a:uFillTx/>
                <a:latin typeface="+mn-lt"/>
                <a:ea typeface="72 Brand" pitchFamily="34" charset="-128"/>
                <a:cs typeface="72 Brand" pitchFamily="34" charset="-128"/>
              </a:endParaRPr>
            </a:p>
          </p:txBody>
        </p:sp>
      </p:grpSp>
    </p:spTree>
    <p:custDataLst>
      <p:custData r:id="rId1"/>
      <p:custData r:id="rId2"/>
    </p:custDataLst>
    <p:extLst>
      <p:ext uri="{BB962C8B-B14F-4D97-AF65-F5344CB8AC3E}">
        <p14:creationId xmlns:p14="http://schemas.microsoft.com/office/powerpoint/2010/main" val="739822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9D6DA-BD03-22AD-799A-C77194C810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D6AD175-DAC9-ED2A-F403-8E80B3C69264}"/>
              </a:ext>
            </a:extLst>
          </p:cNvPr>
          <p:cNvSpPr>
            <a:spLocks noGrp="1"/>
          </p:cNvSpPr>
          <p:nvPr>
            <p:ph type="title"/>
          </p:nvPr>
        </p:nvSpPr>
        <p:spPr>
          <a:xfrm>
            <a:off x="504001" y="504000"/>
            <a:ext cx="11186476" cy="369332"/>
          </a:xfrm>
        </p:spPr>
        <p:txBody>
          <a:bodyPr/>
          <a:lstStyle/>
          <a:p>
            <a:r>
              <a:rPr lang="en-GB" err="1"/>
              <a:t>GxP</a:t>
            </a:r>
            <a:r>
              <a:rPr lang="en-GB"/>
              <a:t> Enablement – Solution Overview (Prototype)</a:t>
            </a:r>
            <a:endParaRPr lang="en-DE"/>
          </a:p>
        </p:txBody>
      </p:sp>
      <p:grpSp>
        <p:nvGrpSpPr>
          <p:cNvPr id="7" name="Group 6">
            <a:extLst>
              <a:ext uri="{FF2B5EF4-FFF2-40B4-BE49-F238E27FC236}">
                <a16:creationId xmlns:a16="http://schemas.microsoft.com/office/drawing/2014/main" id="{C47B6355-3085-62D2-41D2-6A116B41E788}"/>
              </a:ext>
            </a:extLst>
          </p:cNvPr>
          <p:cNvGrpSpPr/>
          <p:nvPr/>
        </p:nvGrpSpPr>
        <p:grpSpPr>
          <a:xfrm>
            <a:off x="1109481" y="873332"/>
            <a:ext cx="10246377" cy="5773290"/>
            <a:chOff x="1109481" y="873332"/>
            <a:chExt cx="10246377" cy="5773290"/>
          </a:xfrm>
        </p:grpSpPr>
        <p:pic>
          <p:nvPicPr>
            <p:cNvPr id="5" name="Picture 4">
              <a:extLst>
                <a:ext uri="{FF2B5EF4-FFF2-40B4-BE49-F238E27FC236}">
                  <a16:creationId xmlns:a16="http://schemas.microsoft.com/office/drawing/2014/main" id="{864C05A7-83D0-D88E-261A-9480034FD052}"/>
                </a:ext>
              </a:extLst>
            </p:cNvPr>
            <p:cNvPicPr>
              <a:picLocks noChangeAspect="1"/>
            </p:cNvPicPr>
            <p:nvPr/>
          </p:nvPicPr>
          <p:blipFill>
            <a:blip r:embed="rId5"/>
            <a:stretch>
              <a:fillRect/>
            </a:stretch>
          </p:blipFill>
          <p:spPr>
            <a:xfrm>
              <a:off x="1109481" y="873332"/>
              <a:ext cx="10246377" cy="5773290"/>
            </a:xfrm>
            <a:prstGeom prst="rect">
              <a:avLst/>
            </a:prstGeom>
          </p:spPr>
        </p:pic>
        <p:sp>
          <p:nvSpPr>
            <p:cNvPr id="6" name="Rectangle 5">
              <a:extLst>
                <a:ext uri="{FF2B5EF4-FFF2-40B4-BE49-F238E27FC236}">
                  <a16:creationId xmlns:a16="http://schemas.microsoft.com/office/drawing/2014/main" id="{9D4DEB8B-8510-30EF-7E64-EE7A27DDF460}"/>
                </a:ext>
              </a:extLst>
            </p:cNvPr>
            <p:cNvSpPr/>
            <p:nvPr/>
          </p:nvSpPr>
          <p:spPr bwMode="gray">
            <a:xfrm>
              <a:off x="10738022" y="6178378"/>
              <a:ext cx="347672" cy="468244"/>
            </a:xfrm>
            <a:prstGeom prst="rect">
              <a:avLst/>
            </a:prstGeom>
            <a:solidFill>
              <a:schemeClr val="bg1"/>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grpSp>
    </p:spTree>
    <p:custDataLst>
      <p:custData r:id="rId1"/>
      <p:custData r:id="rId2"/>
    </p:custDataLst>
    <p:extLst>
      <p:ext uri="{BB962C8B-B14F-4D97-AF65-F5344CB8AC3E}">
        <p14:creationId xmlns:p14="http://schemas.microsoft.com/office/powerpoint/2010/main" val="3558477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186C1-393A-5FBF-5DC7-B7468F233E0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474AEA-63AF-6072-E5E0-AEB6742BDBC2}"/>
              </a:ext>
            </a:extLst>
          </p:cNvPr>
          <p:cNvSpPr>
            <a:spLocks noGrp="1"/>
          </p:cNvSpPr>
          <p:nvPr>
            <p:ph type="title"/>
          </p:nvPr>
        </p:nvSpPr>
        <p:spPr>
          <a:xfrm>
            <a:off x="504001" y="504000"/>
            <a:ext cx="11186476" cy="369332"/>
          </a:xfrm>
        </p:spPr>
        <p:txBody>
          <a:bodyPr/>
          <a:lstStyle/>
          <a:p>
            <a:r>
              <a:rPr lang="en-GB" err="1"/>
              <a:t>GxP</a:t>
            </a:r>
            <a:r>
              <a:rPr lang="en-GB"/>
              <a:t> Enablement – Project Setup</a:t>
            </a:r>
            <a:endParaRPr lang="en-DE"/>
          </a:p>
        </p:txBody>
      </p:sp>
      <p:pic>
        <p:nvPicPr>
          <p:cNvPr id="5" name="Picture 4">
            <a:extLst>
              <a:ext uri="{FF2B5EF4-FFF2-40B4-BE49-F238E27FC236}">
                <a16:creationId xmlns:a16="http://schemas.microsoft.com/office/drawing/2014/main" id="{8274D657-5A9D-81B4-48F5-328A636106A9}"/>
              </a:ext>
            </a:extLst>
          </p:cNvPr>
          <p:cNvPicPr>
            <a:picLocks noChangeAspect="1"/>
          </p:cNvPicPr>
          <p:nvPr/>
        </p:nvPicPr>
        <p:blipFill>
          <a:blip r:embed="rId5"/>
          <a:stretch>
            <a:fillRect/>
          </a:stretch>
        </p:blipFill>
        <p:spPr>
          <a:xfrm>
            <a:off x="333159" y="873332"/>
            <a:ext cx="10565499" cy="5921432"/>
          </a:xfrm>
          <a:prstGeom prst="rect">
            <a:avLst/>
          </a:prstGeom>
        </p:spPr>
      </p:pic>
    </p:spTree>
    <p:custDataLst>
      <p:custData r:id="rId1"/>
      <p:custData r:id="rId2"/>
    </p:custDataLst>
    <p:extLst>
      <p:ext uri="{BB962C8B-B14F-4D97-AF65-F5344CB8AC3E}">
        <p14:creationId xmlns:p14="http://schemas.microsoft.com/office/powerpoint/2010/main" val="3923955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859EA-62A2-7611-7CD3-7582FF7F97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2611F1E-3A27-B9EE-1611-0A59E823E4B4}"/>
              </a:ext>
            </a:extLst>
          </p:cNvPr>
          <p:cNvSpPr>
            <a:spLocks noGrp="1"/>
          </p:cNvSpPr>
          <p:nvPr>
            <p:ph type="title"/>
          </p:nvPr>
        </p:nvSpPr>
        <p:spPr>
          <a:xfrm>
            <a:off x="504001" y="504000"/>
            <a:ext cx="11186476" cy="369332"/>
          </a:xfrm>
        </p:spPr>
        <p:txBody>
          <a:bodyPr/>
          <a:lstStyle/>
          <a:p>
            <a:r>
              <a:rPr lang="en-GB" err="1"/>
              <a:t>GxP</a:t>
            </a:r>
            <a:r>
              <a:rPr lang="en-GB"/>
              <a:t> Enablement – Contacts</a:t>
            </a:r>
            <a:endParaRPr lang="en-DE"/>
          </a:p>
        </p:txBody>
      </p:sp>
      <p:grpSp>
        <p:nvGrpSpPr>
          <p:cNvPr id="7" name="Group 6">
            <a:extLst>
              <a:ext uri="{FF2B5EF4-FFF2-40B4-BE49-F238E27FC236}">
                <a16:creationId xmlns:a16="http://schemas.microsoft.com/office/drawing/2014/main" id="{BD366FEE-9724-DF8E-8ED8-ECA34B082C3B}"/>
              </a:ext>
            </a:extLst>
          </p:cNvPr>
          <p:cNvGrpSpPr/>
          <p:nvPr/>
        </p:nvGrpSpPr>
        <p:grpSpPr>
          <a:xfrm>
            <a:off x="901569" y="979839"/>
            <a:ext cx="10120657" cy="5702453"/>
            <a:chOff x="901569" y="979839"/>
            <a:chExt cx="10120657" cy="5702453"/>
          </a:xfrm>
        </p:grpSpPr>
        <p:pic>
          <p:nvPicPr>
            <p:cNvPr id="5" name="Picture 4">
              <a:extLst>
                <a:ext uri="{FF2B5EF4-FFF2-40B4-BE49-F238E27FC236}">
                  <a16:creationId xmlns:a16="http://schemas.microsoft.com/office/drawing/2014/main" id="{EF45D4F5-569D-05A7-C69E-EA6EDC20E515}"/>
                </a:ext>
              </a:extLst>
            </p:cNvPr>
            <p:cNvPicPr>
              <a:picLocks noChangeAspect="1"/>
            </p:cNvPicPr>
            <p:nvPr/>
          </p:nvPicPr>
          <p:blipFill>
            <a:blip r:embed="rId5"/>
            <a:stretch>
              <a:fillRect/>
            </a:stretch>
          </p:blipFill>
          <p:spPr>
            <a:xfrm>
              <a:off x="901569" y="979839"/>
              <a:ext cx="10120657" cy="5702453"/>
            </a:xfrm>
            <a:prstGeom prst="rect">
              <a:avLst/>
            </a:prstGeom>
          </p:spPr>
        </p:pic>
        <p:sp>
          <p:nvSpPr>
            <p:cNvPr id="6" name="Rectangle 5">
              <a:extLst>
                <a:ext uri="{FF2B5EF4-FFF2-40B4-BE49-F238E27FC236}">
                  <a16:creationId xmlns:a16="http://schemas.microsoft.com/office/drawing/2014/main" id="{C16D3F03-7830-30B7-B2B7-7A941B4E49D0}"/>
                </a:ext>
              </a:extLst>
            </p:cNvPr>
            <p:cNvSpPr/>
            <p:nvPr/>
          </p:nvSpPr>
          <p:spPr bwMode="gray">
            <a:xfrm>
              <a:off x="10453817" y="6354000"/>
              <a:ext cx="259492" cy="234778"/>
            </a:xfrm>
            <a:prstGeom prst="rect">
              <a:avLst/>
            </a:prstGeom>
            <a:solidFill>
              <a:schemeClr val="bg1"/>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grpSp>
    </p:spTree>
    <p:custDataLst>
      <p:custData r:id="rId1"/>
      <p:custData r:id="rId2"/>
    </p:custDataLst>
    <p:extLst>
      <p:ext uri="{BB962C8B-B14F-4D97-AF65-F5344CB8AC3E}">
        <p14:creationId xmlns:p14="http://schemas.microsoft.com/office/powerpoint/2010/main" val="786224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3C36-4D70-9BB7-6755-683758DEE05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6A6CEA-6DD8-6FF1-8B3F-D1BD430E0D18}"/>
              </a:ext>
            </a:extLst>
          </p:cNvPr>
          <p:cNvSpPr>
            <a:spLocks noGrp="1"/>
          </p:cNvSpPr>
          <p:nvPr>
            <p:ph type="title"/>
          </p:nvPr>
        </p:nvSpPr>
        <p:spPr>
          <a:xfrm>
            <a:off x="504001" y="504000"/>
            <a:ext cx="11186476" cy="369332"/>
          </a:xfrm>
        </p:spPr>
        <p:txBody>
          <a:bodyPr/>
          <a:lstStyle/>
          <a:p>
            <a:r>
              <a:rPr lang="en-GB"/>
              <a:t>eSignature (on-going Topic in </a:t>
            </a:r>
            <a:r>
              <a:rPr lang="en-GB" err="1"/>
              <a:t>GxP</a:t>
            </a:r>
            <a:r>
              <a:rPr lang="en-GB"/>
              <a:t>)</a:t>
            </a:r>
            <a:endParaRPr lang="en-DE"/>
          </a:p>
        </p:txBody>
      </p:sp>
      <p:sp>
        <p:nvSpPr>
          <p:cNvPr id="3" name="TextBox 2">
            <a:extLst>
              <a:ext uri="{FF2B5EF4-FFF2-40B4-BE49-F238E27FC236}">
                <a16:creationId xmlns:a16="http://schemas.microsoft.com/office/drawing/2014/main" id="{88F37C1F-DDC6-FA95-F761-26DCE3240F14}"/>
              </a:ext>
            </a:extLst>
          </p:cNvPr>
          <p:cNvSpPr txBox="1"/>
          <p:nvPr/>
        </p:nvSpPr>
        <p:spPr>
          <a:xfrm>
            <a:off x="504000" y="1397478"/>
            <a:ext cx="10675833" cy="4985980"/>
          </a:xfrm>
          <a:prstGeom prst="rect">
            <a:avLst/>
          </a:prstGeom>
          <a:noFill/>
          <a:ln w="28575">
            <a:noFill/>
          </a:ln>
        </p:spPr>
        <p:txBody>
          <a:bodyPr wrap="square" lIns="0" tIns="0" rIns="0" bIns="0" rtlCol="0" anchor="t">
            <a:spAutoFit/>
          </a:bodyPr>
          <a:lstStyle/>
          <a:p>
            <a:pPr>
              <a:spcBef>
                <a:spcPct val="50000"/>
              </a:spcBef>
              <a:spcAft>
                <a:spcPct val="0"/>
              </a:spcAft>
            </a:pPr>
            <a:r>
              <a:rPr lang="en-US" sz="1800" kern="0" dirty="0">
                <a:latin typeface="Aptos"/>
                <a:ea typeface="72 Brand"/>
                <a:cs typeface="Arial"/>
              </a:rPr>
              <a:t>To make S/4HANA </a:t>
            </a:r>
            <a:r>
              <a:rPr lang="en-US" sz="1800" kern="0" dirty="0" err="1">
                <a:latin typeface="Aptos"/>
                <a:ea typeface="72 Brand"/>
                <a:cs typeface="Arial"/>
              </a:rPr>
              <a:t>GxP</a:t>
            </a:r>
            <a:r>
              <a:rPr lang="en-US" sz="1800" kern="0" dirty="0">
                <a:latin typeface="Aptos"/>
                <a:ea typeface="72 Brand"/>
                <a:cs typeface="Arial"/>
              </a:rPr>
              <a:t> compliant, we need to integrate eSignature Logs view in Fiori and Web GUI. We had few meetings to discuss the approach. </a:t>
            </a:r>
            <a:endParaRPr lang="en-US" sz="1800" dirty="0">
              <a:latin typeface="Aptos"/>
            </a:endParaRPr>
          </a:p>
          <a:p>
            <a:pPr>
              <a:spcBef>
                <a:spcPct val="50000"/>
              </a:spcBef>
              <a:spcAft>
                <a:spcPct val="0"/>
              </a:spcAft>
            </a:pPr>
            <a:r>
              <a:rPr lang="en-US" sz="1800" kern="0">
                <a:latin typeface="Aptos"/>
                <a:ea typeface="72 Brand"/>
                <a:cs typeface="Arial"/>
              </a:rPr>
              <a:t>Purpose of eSignature:</a:t>
            </a:r>
            <a:endParaRPr lang="en-US" sz="1800" kern="0" dirty="0">
              <a:latin typeface="Aptos"/>
              <a:ea typeface="72 Brand"/>
              <a:cs typeface="Arial"/>
            </a:endParaRPr>
          </a:p>
          <a:p>
            <a:pPr marL="285750" indent="-285750" algn="just">
              <a:buFont typeface="Arial"/>
              <a:buChar char="•"/>
            </a:pPr>
            <a:r>
              <a:rPr lang="en-IN" sz="1800" kern="0">
                <a:latin typeface="Aptos"/>
                <a:ea typeface="Calibri"/>
                <a:cs typeface="Arial"/>
              </a:rPr>
              <a:t>To introduce the ability to capture eSignatures from Business Users including a Reason for Change, Notes (Free Text), Changed By, Changed on (Timestamp)as per the existing SAP Cloud Identity Service configurations of their SAP Landscapes.</a:t>
            </a:r>
            <a:endParaRPr lang="en-US" sz="1800" kern="0">
              <a:latin typeface="Aptos"/>
              <a:ea typeface="Calibri"/>
              <a:cs typeface="Arial"/>
            </a:endParaRPr>
          </a:p>
          <a:p>
            <a:pPr marL="285750" indent="-285750" algn="just">
              <a:buFont typeface="Arial"/>
              <a:buChar char="•"/>
            </a:pPr>
            <a:r>
              <a:rPr lang="en-IN" sz="1800" kern="0">
                <a:latin typeface="Aptos"/>
                <a:ea typeface="Calibri"/>
                <a:cs typeface="Arial"/>
              </a:rPr>
              <a:t>To capture change documents for the relevant fields for the Business Objects.</a:t>
            </a:r>
            <a:endParaRPr lang="en-US" sz="1800" kern="0">
              <a:latin typeface="Aptos"/>
              <a:ea typeface="Calibri"/>
              <a:cs typeface="Arial"/>
            </a:endParaRPr>
          </a:p>
          <a:p>
            <a:pPr>
              <a:spcBef>
                <a:spcPct val="50000"/>
              </a:spcBef>
              <a:spcAft>
                <a:spcPct val="0"/>
              </a:spcAft>
            </a:pPr>
            <a:endParaRPr lang="en-US" sz="1800" kern="0" dirty="0">
              <a:latin typeface="Aptos"/>
              <a:ea typeface="72 Brand"/>
              <a:cs typeface="Arial"/>
            </a:endParaRPr>
          </a:p>
          <a:p>
            <a:pPr>
              <a:spcBef>
                <a:spcPct val="50000"/>
              </a:spcBef>
              <a:spcAft>
                <a:spcPct val="0"/>
              </a:spcAft>
            </a:pPr>
            <a:r>
              <a:rPr lang="en-US" sz="1800" kern="0" dirty="0">
                <a:latin typeface="Aptos"/>
                <a:ea typeface="72 Brand"/>
                <a:cs typeface="Arial"/>
              </a:rPr>
              <a:t>eSignature </a:t>
            </a:r>
            <a:r>
              <a:rPr lang="en-US" sz="1800" kern="0">
                <a:latin typeface="Aptos"/>
                <a:ea typeface="72 Brand"/>
                <a:cs typeface="Arial"/>
              </a:rPr>
              <a:t>is built on top of Change log concept. As a first step, we had to check whether change log </a:t>
            </a:r>
            <a:r>
              <a:rPr lang="en-US" sz="1800" kern="0" dirty="0">
                <a:latin typeface="Aptos"/>
                <a:ea typeface="72 Brand"/>
                <a:cs typeface="Arial"/>
              </a:rPr>
              <a:t>is working fine for all </a:t>
            </a:r>
            <a:r>
              <a:rPr lang="en-US" sz="1800" kern="0">
                <a:latin typeface="Aptos"/>
                <a:ea typeface="72 Brand"/>
                <a:cs typeface="Arial"/>
              </a:rPr>
              <a:t>relevant</a:t>
            </a:r>
            <a:r>
              <a:rPr lang="en-US" sz="1800" kern="0" dirty="0">
                <a:latin typeface="Aptos"/>
                <a:ea typeface="72 Brand"/>
                <a:cs typeface="Arial"/>
              </a:rPr>
              <a:t> fields. </a:t>
            </a:r>
          </a:p>
          <a:p>
            <a:pPr>
              <a:spcBef>
                <a:spcPct val="50000"/>
              </a:spcBef>
              <a:spcAft>
                <a:spcPct val="0"/>
              </a:spcAft>
            </a:pPr>
            <a:r>
              <a:rPr lang="en-US" sz="1800" kern="0">
                <a:latin typeface="Aptos"/>
                <a:ea typeface="72 Brand"/>
                <a:cs typeface="Arial"/>
              </a:rPr>
              <a:t>The details are available in the below wiki: </a:t>
            </a:r>
            <a:r>
              <a:rPr lang="en-US" sz="1800" kern="0" dirty="0">
                <a:latin typeface="Aptos"/>
                <a:ea typeface="72 Brand"/>
                <a:cs typeface="Arial"/>
                <a:hlinkClick r:id="rId5"/>
              </a:rPr>
              <a:t>https://wiki.one.int.sap/wiki/spaces/S4HPROC011/pages/5681941152/GxP+enablement</a:t>
            </a:r>
            <a:endParaRPr lang="en-US" sz="1800" dirty="0">
              <a:latin typeface="Aptos"/>
              <a:cs typeface="Arial"/>
            </a:endParaRPr>
          </a:p>
          <a:p>
            <a:pPr>
              <a:spcBef>
                <a:spcPct val="50000"/>
              </a:spcBef>
              <a:spcAft>
                <a:spcPct val="0"/>
              </a:spcAft>
            </a:pPr>
            <a:endParaRPr lang="en-US" sz="1800" kern="0" dirty="0">
              <a:latin typeface="Aptos"/>
              <a:ea typeface="72 Brand"/>
              <a:cs typeface="Arial"/>
            </a:endParaRPr>
          </a:p>
          <a:p>
            <a:r>
              <a:rPr lang="en-US" sz="1800" kern="0" dirty="0">
                <a:latin typeface="Aptos"/>
                <a:ea typeface="72 Brand"/>
                <a:cs typeface="Arial"/>
              </a:rPr>
              <a:t>PO team had a meeting to discuss few of the points that they mentioned in ACD. MoM is attached </a:t>
            </a:r>
            <a:endParaRPr lang="en-US" sz="1800" kern="0" dirty="0">
              <a:latin typeface="Aptos"/>
              <a:ea typeface="72 Brand" pitchFamily="34" charset="-128"/>
              <a:cs typeface="Arial"/>
            </a:endParaRPr>
          </a:p>
          <a:p>
            <a:pPr>
              <a:spcBef>
                <a:spcPct val="50000"/>
              </a:spcBef>
              <a:spcAft>
                <a:spcPct val="0"/>
              </a:spcAft>
            </a:pPr>
            <a:endParaRPr lang="en-DE" sz="1800" kern="0" dirty="0">
              <a:latin typeface="Aptos"/>
              <a:ea typeface="72 Brand" pitchFamily="34" charset="-128"/>
              <a:cs typeface="Arial"/>
            </a:endParaRPr>
          </a:p>
        </p:txBody>
      </p:sp>
      <p:graphicFrame>
        <p:nvGraphicFramePr>
          <p:cNvPr id="2" name="Object 1">
            <a:extLst>
              <a:ext uri="{FF2B5EF4-FFF2-40B4-BE49-F238E27FC236}">
                <a16:creationId xmlns:a16="http://schemas.microsoft.com/office/drawing/2014/main" id="{FDA29171-DFD6-7333-8077-7E9E9403F97A}"/>
              </a:ext>
            </a:extLst>
          </p:cNvPr>
          <p:cNvGraphicFramePr>
            <a:graphicFrameLocks noChangeAspect="1"/>
          </p:cNvGraphicFramePr>
          <p:nvPr>
            <p:extLst>
              <p:ext uri="{D42A27DB-BD31-4B8C-83A1-F6EECF244321}">
                <p14:modId xmlns:p14="http://schemas.microsoft.com/office/powerpoint/2010/main" val="2148404882"/>
              </p:ext>
            </p:extLst>
          </p:nvPr>
        </p:nvGraphicFramePr>
        <p:xfrm>
          <a:off x="9952206" y="5157268"/>
          <a:ext cx="914400" cy="806450"/>
        </p:xfrm>
        <a:graphic>
          <a:graphicData uri="http://schemas.openxmlformats.org/presentationml/2006/ole">
            <mc:AlternateContent xmlns:mc="http://schemas.openxmlformats.org/markup-compatibility/2006">
              <mc:Choice xmlns:v="urn:schemas-microsoft-com:vml" Requires="v">
                <p:oleObj name="Packager Shell Object" showAsIcon="1" r:id="rId6" imgW="914400" imgH="806585" progId="Package">
                  <p:embed/>
                </p:oleObj>
              </mc:Choice>
              <mc:Fallback>
                <p:oleObj name="Packager Shell Object" showAsIcon="1" r:id="rId6" imgW="914400" imgH="806585" progId="Package">
                  <p:embed/>
                  <p:pic>
                    <p:nvPicPr>
                      <p:cNvPr id="2" name="Object 1">
                        <a:extLst>
                          <a:ext uri="{FF2B5EF4-FFF2-40B4-BE49-F238E27FC236}">
                            <a16:creationId xmlns:a16="http://schemas.microsoft.com/office/drawing/2014/main" id="{FDA29171-DFD6-7333-8077-7E9E9403F97A}"/>
                          </a:ext>
                        </a:extLst>
                      </p:cNvPr>
                      <p:cNvPicPr/>
                      <p:nvPr/>
                    </p:nvPicPr>
                    <p:blipFill>
                      <a:blip r:embed="rId7"/>
                      <a:stretch>
                        <a:fillRect/>
                      </a:stretch>
                    </p:blipFill>
                    <p:spPr>
                      <a:xfrm>
                        <a:off x="9952206" y="5157268"/>
                        <a:ext cx="914400" cy="806450"/>
                      </a:xfrm>
                      <a:prstGeom prst="rect">
                        <a:avLst/>
                      </a:prstGeom>
                    </p:spPr>
                  </p:pic>
                </p:oleObj>
              </mc:Fallback>
            </mc:AlternateContent>
          </a:graphicData>
        </a:graphic>
      </p:graphicFrame>
    </p:spTree>
    <p:custDataLst>
      <p:custData r:id="rId1"/>
      <p:custData r:id="rId2"/>
    </p:custDataLst>
    <p:extLst>
      <p:ext uri="{BB962C8B-B14F-4D97-AF65-F5344CB8AC3E}">
        <p14:creationId xmlns:p14="http://schemas.microsoft.com/office/powerpoint/2010/main" val="1859130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750F4-B320-6B46-A40A-6466BDE9C0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A41BCC2-B08B-366F-4133-C176231BC32C}"/>
              </a:ext>
            </a:extLst>
          </p:cNvPr>
          <p:cNvSpPr>
            <a:spLocks noGrp="1"/>
          </p:cNvSpPr>
          <p:nvPr>
            <p:ph type="title"/>
          </p:nvPr>
        </p:nvSpPr>
        <p:spPr>
          <a:xfrm>
            <a:off x="504001" y="504000"/>
            <a:ext cx="11186476" cy="369332"/>
          </a:xfrm>
        </p:spPr>
        <p:txBody>
          <a:bodyPr/>
          <a:lstStyle/>
          <a:p>
            <a:r>
              <a:rPr lang="en-US">
                <a:latin typeface="72 Brand Medium"/>
              </a:rPr>
              <a:t>CGTO Enablement (POC phase)</a:t>
            </a:r>
            <a:endParaRPr lang="en-DE"/>
          </a:p>
        </p:txBody>
      </p:sp>
      <p:sp>
        <p:nvSpPr>
          <p:cNvPr id="3" name="TextBox 2">
            <a:extLst>
              <a:ext uri="{FF2B5EF4-FFF2-40B4-BE49-F238E27FC236}">
                <a16:creationId xmlns:a16="http://schemas.microsoft.com/office/drawing/2014/main" id="{313244DF-6835-42A1-69B5-619D39E1CC94}"/>
              </a:ext>
            </a:extLst>
          </p:cNvPr>
          <p:cNvSpPr txBox="1"/>
          <p:nvPr/>
        </p:nvSpPr>
        <p:spPr>
          <a:xfrm>
            <a:off x="504000" y="1311215"/>
            <a:ext cx="10368215" cy="4847481"/>
          </a:xfrm>
          <a:prstGeom prst="rect">
            <a:avLst/>
          </a:prstGeom>
          <a:noFill/>
          <a:ln w="28575">
            <a:noFill/>
          </a:ln>
        </p:spPr>
        <p:txBody>
          <a:bodyPr wrap="square" lIns="0" tIns="0" rIns="0" bIns="0" rtlCol="0" anchor="t">
            <a:spAutoFit/>
          </a:bodyPr>
          <a:lstStyle/>
          <a:p>
            <a:pPr fontAlgn="base">
              <a:spcBef>
                <a:spcPct val="50000"/>
              </a:spcBef>
              <a:spcAft>
                <a:spcPct val="0"/>
              </a:spcAft>
              <a:buClr>
                <a:schemeClr val="tx1"/>
              </a:buClr>
              <a:buSzPct val="100000"/>
            </a:pPr>
            <a:r>
              <a:rPr lang="en-US" sz="1800" dirty="0">
                <a:latin typeface="Aptos"/>
              </a:rPr>
              <a:t>Life Science customers of S4HANA Public Cloud will be able to operate and consume life science SaaS applications in their landscape seamlessly and executing end to end business processes transcending the solution boundaries.</a:t>
            </a:r>
          </a:p>
          <a:p>
            <a:pPr fontAlgn="base">
              <a:spcBef>
                <a:spcPct val="50000"/>
              </a:spcBef>
              <a:spcAft>
                <a:spcPct val="0"/>
              </a:spcAft>
              <a:buClr>
                <a:schemeClr val="tx1"/>
              </a:buClr>
              <a:buSzPct val="100000"/>
            </a:pPr>
            <a:r>
              <a:rPr lang="en-US" sz="1800" kern="0" dirty="0">
                <a:latin typeface="Aptos"/>
                <a:ea typeface="72 Brand"/>
                <a:cs typeface="72 Brand" pitchFamily="34" charset="-128"/>
              </a:rPr>
              <a:t>CGTO would like to extend the </a:t>
            </a:r>
            <a:r>
              <a:rPr lang="en-US" sz="1800" kern="0" dirty="0" err="1">
                <a:latin typeface="Aptos"/>
                <a:ea typeface="72 Brand"/>
                <a:cs typeface="72 Brand" pitchFamily="34" charset="-128"/>
              </a:rPr>
              <a:t>LoB</a:t>
            </a:r>
            <a:r>
              <a:rPr lang="en-US" sz="1800" kern="0" dirty="0">
                <a:latin typeface="Aptos"/>
                <a:ea typeface="72 Brand"/>
                <a:cs typeface="72 Brand" pitchFamily="34" charset="-128"/>
              </a:rPr>
              <a:t> applications to support industry specific solutions, enrich </a:t>
            </a:r>
            <a:r>
              <a:rPr lang="en-US" sz="1800" kern="0" dirty="0" err="1">
                <a:latin typeface="Aptos"/>
                <a:ea typeface="72 Brand"/>
                <a:cs typeface="72 Brand" pitchFamily="34" charset="-128"/>
              </a:rPr>
              <a:t>LoB</a:t>
            </a:r>
            <a:r>
              <a:rPr lang="en-US" sz="1800" kern="0" dirty="0">
                <a:latin typeface="Aptos"/>
                <a:ea typeface="72 Brand"/>
                <a:cs typeface="72 Brand" pitchFamily="34" charset="-128"/>
              </a:rPr>
              <a:t> application UIs , enable integration necessary master and configuration data between the solutions, support business process integration (the transaction data should be exchanged) and seamless support to navigate related business entities hosted on different industry cloud applications.</a:t>
            </a:r>
          </a:p>
          <a:p>
            <a:pPr fontAlgn="base">
              <a:spcBef>
                <a:spcPct val="50000"/>
              </a:spcBef>
              <a:spcAft>
                <a:spcPct val="0"/>
              </a:spcAft>
              <a:buClr>
                <a:schemeClr val="tx1"/>
              </a:buClr>
              <a:buSzPct val="100000"/>
            </a:pPr>
            <a:r>
              <a:rPr lang="en-US" sz="1800" kern="0" dirty="0">
                <a:latin typeface="Aptos"/>
                <a:ea typeface="72 Brand"/>
                <a:cs typeface="72 Brand" pitchFamily="34" charset="-128"/>
              </a:rPr>
              <a:t>The CGTO extension is already done in private cloud and they used the old style approach (The CGTO fields are embedded in core tables and used Badi to do the Crud operations).</a:t>
            </a:r>
          </a:p>
          <a:p>
            <a:pPr fontAlgn="base">
              <a:spcBef>
                <a:spcPct val="50000"/>
              </a:spcBef>
              <a:spcAft>
                <a:spcPct val="0"/>
              </a:spcAft>
              <a:buClr>
                <a:schemeClr val="tx1"/>
              </a:buClr>
              <a:buSzPct val="100000"/>
            </a:pPr>
            <a:r>
              <a:rPr lang="en-US" sz="1800" kern="0" dirty="0">
                <a:latin typeface="Aptos"/>
                <a:ea typeface="72 Brand" pitchFamily="34" charset="-128"/>
                <a:cs typeface="72 Brand" pitchFamily="34" charset="-128"/>
              </a:rPr>
              <a:t>In public cloud, they would like to try a different approach (Completely different Business Object)</a:t>
            </a:r>
          </a:p>
          <a:p>
            <a:pPr fontAlgn="base">
              <a:spcBef>
                <a:spcPct val="50000"/>
              </a:spcBef>
              <a:spcAft>
                <a:spcPct val="0"/>
              </a:spcAft>
              <a:buClr>
                <a:schemeClr val="tx1"/>
              </a:buClr>
              <a:buSzPct val="100000"/>
            </a:pPr>
            <a:r>
              <a:rPr lang="en-US" sz="1800" kern="0" dirty="0">
                <a:latin typeface="Aptos"/>
                <a:ea typeface="72 Brand" pitchFamily="34" charset="-128"/>
                <a:cs typeface="72 Brand" pitchFamily="34" charset="-128"/>
              </a:rPr>
              <a:t>CGTO ACD </a:t>
            </a:r>
            <a:r>
              <a:rPr lang="en-US" sz="1800" kern="0" dirty="0">
                <a:latin typeface="Aptos"/>
                <a:ea typeface="72 Brand" pitchFamily="34" charset="-128"/>
                <a:cs typeface="72 Brand" pitchFamily="34" charset="-128"/>
                <a:hlinkClick r:id="rId5"/>
              </a:rPr>
              <a:t>link</a:t>
            </a:r>
            <a:endParaRPr lang="en-US" sz="1800" kern="0" dirty="0">
              <a:latin typeface="Aptos"/>
              <a:ea typeface="72 Brand" pitchFamily="34" charset="-128"/>
              <a:cs typeface="72 Brand" pitchFamily="34" charset="-128"/>
            </a:endParaRPr>
          </a:p>
          <a:p>
            <a:pPr fontAlgn="base">
              <a:spcBef>
                <a:spcPct val="50000"/>
              </a:spcBef>
              <a:spcAft>
                <a:spcPct val="0"/>
              </a:spcAft>
              <a:buClr>
                <a:schemeClr val="tx1"/>
              </a:buClr>
              <a:buSzPct val="100000"/>
            </a:pPr>
            <a:r>
              <a:rPr lang="en-US" sz="1800" kern="0" dirty="0">
                <a:latin typeface="Aptos"/>
                <a:ea typeface="72 Brand"/>
                <a:cs typeface="72 Brand" pitchFamily="34" charset="-128"/>
              </a:rPr>
              <a:t>POC system: </a:t>
            </a:r>
            <a:r>
              <a:rPr lang="pl-PL" sz="1800" kern="0" dirty="0">
                <a:latin typeface="Aptos"/>
                <a:ea typeface="72 Brand"/>
                <a:cs typeface="72 Brand" pitchFamily="34" charset="-128"/>
              </a:rPr>
              <a:t>QJ6-001</a:t>
            </a:r>
            <a:r>
              <a:rPr lang="en-US" sz="1800" kern="0" dirty="0">
                <a:latin typeface="Aptos"/>
                <a:ea typeface="72 Brand"/>
                <a:cs typeface="72 Brand" pitchFamily="34" charset="-128"/>
              </a:rPr>
              <a:t> (The training has to be completed before accessing their development)</a:t>
            </a:r>
            <a:endParaRPr lang="pl-PL" sz="1800" kern="0" dirty="0">
              <a:latin typeface="Aptos"/>
              <a:ea typeface="72 Brand"/>
              <a:cs typeface="72 Brand" pitchFamily="34" charset="-128"/>
            </a:endParaRPr>
          </a:p>
          <a:p>
            <a:pPr fontAlgn="base">
              <a:spcBef>
                <a:spcPct val="50000"/>
              </a:spcBef>
              <a:spcAft>
                <a:spcPct val="0"/>
              </a:spcAft>
              <a:buClr>
                <a:schemeClr val="tx1"/>
              </a:buClr>
              <a:buSzPct val="100000"/>
            </a:pPr>
            <a:r>
              <a:rPr lang="pl-PL" sz="1800" kern="0">
                <a:latin typeface="Aptos"/>
                <a:ea typeface="72 Brand"/>
                <a:cs typeface="72 Brand" pitchFamily="34" charset="-128"/>
              </a:rPr>
              <a:t>Package: CGTO_S4HC_POC</a:t>
            </a:r>
            <a:endParaRPr lang="en-US" sz="1800" kern="0">
              <a:latin typeface="Aptos"/>
              <a:ea typeface="72 Brand"/>
              <a:cs typeface="72 Brand" pitchFamily="34" charset="-128"/>
            </a:endParaRPr>
          </a:p>
          <a:p>
            <a:pPr algn="l" fontAlgn="base">
              <a:spcBef>
                <a:spcPct val="50000"/>
              </a:spcBef>
              <a:spcAft>
                <a:spcPct val="0"/>
              </a:spcAft>
              <a:buClr>
                <a:srgbClr val="000000"/>
              </a:buClr>
              <a:buSzPct val="100000"/>
            </a:pPr>
            <a:endParaRPr lang="en-DE" sz="1800" kern="0" dirty="0">
              <a:latin typeface="Aptos"/>
              <a:ea typeface="72 Brand" pitchFamily="34" charset="-128"/>
              <a:cs typeface="72 Brand" pitchFamily="34" charset="-128"/>
            </a:endParaRPr>
          </a:p>
        </p:txBody>
      </p:sp>
    </p:spTree>
    <p:custDataLst>
      <p:custData r:id="rId1"/>
      <p:custData r:id="rId2"/>
    </p:custDataLst>
    <p:extLst>
      <p:ext uri="{BB962C8B-B14F-4D97-AF65-F5344CB8AC3E}">
        <p14:creationId xmlns:p14="http://schemas.microsoft.com/office/powerpoint/2010/main" val="4278645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604C1-8E0C-74FE-355D-3D7BCEE144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E019EA-9E1A-ACCB-E5CD-2F5D3530964C}"/>
              </a:ext>
            </a:extLst>
          </p:cNvPr>
          <p:cNvSpPr>
            <a:spLocks noGrp="1"/>
          </p:cNvSpPr>
          <p:nvPr>
            <p:ph type="title"/>
          </p:nvPr>
        </p:nvSpPr>
        <p:spPr>
          <a:xfrm>
            <a:off x="504001" y="504000"/>
            <a:ext cx="11186476" cy="369332"/>
          </a:xfrm>
        </p:spPr>
        <p:txBody>
          <a:bodyPr/>
          <a:lstStyle/>
          <a:p>
            <a:r>
              <a:rPr lang="en-US" dirty="0">
                <a:latin typeface="72 Brand Medium"/>
              </a:rPr>
              <a:t>CGTO Enablement (POC phase) – API Extension</a:t>
            </a:r>
            <a:endParaRPr lang="en-DE" dirty="0"/>
          </a:p>
        </p:txBody>
      </p:sp>
      <p:pic>
        <p:nvPicPr>
          <p:cNvPr id="2" name="drawing">
            <a:extLst>
              <a:ext uri="{FF2B5EF4-FFF2-40B4-BE49-F238E27FC236}">
                <a16:creationId xmlns:a16="http://schemas.microsoft.com/office/drawing/2014/main" id="{228E05C6-CBEB-7BC9-AB38-439EB0961370}"/>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525417" y="1049147"/>
            <a:ext cx="5619474" cy="5304853"/>
          </a:xfrm>
          <a:prstGeom prst="rect">
            <a:avLst/>
          </a:prstGeom>
        </p:spPr>
      </p:pic>
      <p:sp>
        <p:nvSpPr>
          <p:cNvPr id="3" name="TextBox 2">
            <a:extLst>
              <a:ext uri="{FF2B5EF4-FFF2-40B4-BE49-F238E27FC236}">
                <a16:creationId xmlns:a16="http://schemas.microsoft.com/office/drawing/2014/main" id="{55AC1B0D-5AF6-85B8-E48B-76440EA750C7}"/>
              </a:ext>
            </a:extLst>
          </p:cNvPr>
          <p:cNvSpPr txBox="1"/>
          <p:nvPr/>
        </p:nvSpPr>
        <p:spPr>
          <a:xfrm>
            <a:off x="8843660" y="1432933"/>
            <a:ext cx="2142163" cy="1508105"/>
          </a:xfrm>
          <a:prstGeom prst="rect">
            <a:avLst/>
          </a:prstGeom>
          <a:noFill/>
          <a:ln w="28575">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spcBef>
                <a:spcPct val="50000"/>
              </a:spcBef>
              <a:spcAft>
                <a:spcPct val="0"/>
              </a:spcAft>
              <a:buClr>
                <a:schemeClr val="tx1"/>
              </a:buClr>
              <a:buSzPct val="100000"/>
            </a:pPr>
            <a:r>
              <a:rPr lang="en-US" sz="1400" kern="0" dirty="0">
                <a:solidFill>
                  <a:srgbClr val="00B050"/>
                </a:solidFill>
                <a:latin typeface="72 Brand"/>
                <a:ea typeface="72 Brand"/>
                <a:cs typeface="72 Brand" pitchFamily="34" charset="-128"/>
              </a:rPr>
              <a:t>These changes are already delivered in CE2608. The </a:t>
            </a:r>
            <a:r>
              <a:rPr lang="en-US" sz="1400" kern="0" dirty="0" err="1">
                <a:solidFill>
                  <a:srgbClr val="00B050"/>
                </a:solidFill>
                <a:latin typeface="72 Brand"/>
                <a:ea typeface="72 Brand"/>
                <a:cs typeface="72 Brand" pitchFamily="34" charset="-128"/>
              </a:rPr>
              <a:t>oDATA</a:t>
            </a:r>
            <a:r>
              <a:rPr lang="en-US" sz="1400" kern="0" dirty="0">
                <a:solidFill>
                  <a:srgbClr val="00B050"/>
                </a:solidFill>
                <a:latin typeface="72 Brand"/>
                <a:ea typeface="72 Brand"/>
                <a:cs typeface="72 Brand" pitchFamily="34" charset="-128"/>
              </a:rPr>
              <a:t> V4 API is enabled for internal extensibility (without the Paas API extension) . Customer extensibility </a:t>
            </a:r>
            <a:endParaRPr lang="en-US" sz="1400" kern="0" dirty="0">
              <a:solidFill>
                <a:srgbClr val="00B050"/>
              </a:solidFill>
              <a:latin typeface="72 Brand" panose="020B0504030603020204" pitchFamily="34" charset="0"/>
              <a:ea typeface="72 Brand" pitchFamily="34" charset="-128"/>
              <a:cs typeface="72 Brand" pitchFamily="34" charset="-128"/>
            </a:endParaRPr>
          </a:p>
        </p:txBody>
      </p:sp>
    </p:spTree>
    <p:custDataLst>
      <p:custData r:id="rId1"/>
      <p:custData r:id="rId2"/>
    </p:custDataLst>
    <p:extLst>
      <p:ext uri="{BB962C8B-B14F-4D97-AF65-F5344CB8AC3E}">
        <p14:creationId xmlns:p14="http://schemas.microsoft.com/office/powerpoint/2010/main" val="4112882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38664-1C38-8AE8-D5D4-8DBAD37F779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10F4E7-F220-161F-8482-50CFD084190A}"/>
              </a:ext>
            </a:extLst>
          </p:cNvPr>
          <p:cNvSpPr>
            <a:spLocks noGrp="1"/>
          </p:cNvSpPr>
          <p:nvPr>
            <p:ph type="title"/>
          </p:nvPr>
        </p:nvSpPr>
        <p:spPr>
          <a:xfrm>
            <a:off x="504001" y="504000"/>
            <a:ext cx="11186476" cy="369332"/>
          </a:xfrm>
        </p:spPr>
        <p:txBody>
          <a:bodyPr/>
          <a:lstStyle/>
          <a:p>
            <a:r>
              <a:rPr lang="en-US">
                <a:latin typeface="72 Brand Medium"/>
              </a:rPr>
              <a:t>CGTO Enablement (POC phase)</a:t>
            </a:r>
            <a:endParaRPr lang="en-DE"/>
          </a:p>
        </p:txBody>
      </p:sp>
      <p:sp>
        <p:nvSpPr>
          <p:cNvPr id="3" name="TextBox 2">
            <a:extLst>
              <a:ext uri="{FF2B5EF4-FFF2-40B4-BE49-F238E27FC236}">
                <a16:creationId xmlns:a16="http://schemas.microsoft.com/office/drawing/2014/main" id="{90C557A2-83BD-8354-4B01-9D730C28CA46}"/>
              </a:ext>
            </a:extLst>
          </p:cNvPr>
          <p:cNvSpPr txBox="1"/>
          <p:nvPr/>
        </p:nvSpPr>
        <p:spPr>
          <a:xfrm>
            <a:off x="504000" y="958706"/>
            <a:ext cx="9271595" cy="538609"/>
          </a:xfrm>
          <a:prstGeom prst="rect">
            <a:avLst/>
          </a:prstGeom>
          <a:noFill/>
          <a:ln w="28575">
            <a:noFill/>
          </a:ln>
        </p:spPr>
        <p:txBody>
          <a:bodyPr wrap="square" lIns="0" tIns="0" rIns="0" bIns="0" rtlCol="0" anchor="t">
            <a:spAutoFit/>
          </a:bodyPr>
          <a:lstStyle/>
          <a:p>
            <a:pPr fontAlgn="base">
              <a:spcBef>
                <a:spcPct val="50000"/>
              </a:spcBef>
              <a:spcAft>
                <a:spcPct val="0"/>
              </a:spcAft>
              <a:buClr>
                <a:schemeClr val="tx1"/>
              </a:buClr>
              <a:buSzPct val="100000"/>
            </a:pPr>
            <a:r>
              <a:rPr lang="en-US" sz="1400" kern="0" dirty="0">
                <a:latin typeface="72 Brand" panose="020B0504030603020204" pitchFamily="34" charset="0"/>
                <a:ea typeface="72 Brand" pitchFamily="34" charset="-128"/>
                <a:cs typeface="72 Brand" pitchFamily="34" charset="-128"/>
              </a:rPr>
              <a:t>The latest meeting and the approach that they tried: </a:t>
            </a:r>
            <a:r>
              <a:rPr lang="en-US" sz="1400" dirty="0">
                <a:hlinkClick r:id="rId5"/>
              </a:rPr>
              <a:t>Purchase_Order_Extension.pptx</a:t>
            </a:r>
          </a:p>
          <a:p>
            <a:pPr>
              <a:spcBef>
                <a:spcPct val="50000"/>
              </a:spcBef>
              <a:spcAft>
                <a:spcPct val="0"/>
              </a:spcAft>
            </a:pPr>
            <a:r>
              <a:rPr lang="en-US" sz="1400">
                <a:ea typeface="72 Brand"/>
                <a:cs typeface="Arial"/>
              </a:rPr>
              <a:t>Next Step: Nils will schedule a handover meeting with Lift &amp; shift team and the CGTO POC team.</a:t>
            </a:r>
            <a:endParaRPr lang="en-US" sz="1400" dirty="0">
              <a:ea typeface="72 Brand" pitchFamily="34" charset="-128"/>
              <a:cs typeface="Arial"/>
            </a:endParaRPr>
          </a:p>
        </p:txBody>
      </p:sp>
      <p:graphicFrame>
        <p:nvGraphicFramePr>
          <p:cNvPr id="2" name="Table 1">
            <a:extLst>
              <a:ext uri="{FF2B5EF4-FFF2-40B4-BE49-F238E27FC236}">
                <a16:creationId xmlns:a16="http://schemas.microsoft.com/office/drawing/2014/main" id="{E0CFA566-6C5C-1314-2F8E-FAA716256F0A}"/>
              </a:ext>
            </a:extLst>
          </p:cNvPr>
          <p:cNvGraphicFramePr>
            <a:graphicFrameLocks noGrp="1"/>
          </p:cNvGraphicFramePr>
          <p:nvPr>
            <p:extLst>
              <p:ext uri="{D42A27DB-BD31-4B8C-83A1-F6EECF244321}">
                <p14:modId xmlns:p14="http://schemas.microsoft.com/office/powerpoint/2010/main" val="1637761830"/>
              </p:ext>
            </p:extLst>
          </p:nvPr>
        </p:nvGraphicFramePr>
        <p:xfrm>
          <a:off x="575034" y="1555918"/>
          <a:ext cx="10492034" cy="4967616"/>
        </p:xfrm>
        <a:graphic>
          <a:graphicData uri="http://schemas.openxmlformats.org/drawingml/2006/table">
            <a:tbl>
              <a:tblPr/>
              <a:tblGrid>
                <a:gridCol w="3046766">
                  <a:extLst>
                    <a:ext uri="{9D8B030D-6E8A-4147-A177-3AD203B41FA5}">
                      <a16:colId xmlns:a16="http://schemas.microsoft.com/office/drawing/2014/main" val="1790403935"/>
                    </a:ext>
                  </a:extLst>
                </a:gridCol>
                <a:gridCol w="4398502">
                  <a:extLst>
                    <a:ext uri="{9D8B030D-6E8A-4147-A177-3AD203B41FA5}">
                      <a16:colId xmlns:a16="http://schemas.microsoft.com/office/drawing/2014/main" val="1588462828"/>
                    </a:ext>
                  </a:extLst>
                </a:gridCol>
                <a:gridCol w="3046766">
                  <a:extLst>
                    <a:ext uri="{9D8B030D-6E8A-4147-A177-3AD203B41FA5}">
                      <a16:colId xmlns:a16="http://schemas.microsoft.com/office/drawing/2014/main" val="4284137883"/>
                    </a:ext>
                  </a:extLst>
                </a:gridCol>
              </a:tblGrid>
              <a:tr h="454751">
                <a:tc>
                  <a:txBody>
                    <a:bodyPr/>
                    <a:lstStyle/>
                    <a:p>
                      <a:pPr algn="l" fontAlgn="base">
                        <a:lnSpc>
                          <a:spcPts val="1650"/>
                        </a:lnSpc>
                        <a:buNone/>
                      </a:pPr>
                      <a:r>
                        <a:rPr lang="en-US" sz="1200" b="0" i="0">
                          <a:solidFill>
                            <a:srgbClr val="000000"/>
                          </a:solidFill>
                          <a:effectLst/>
                          <a:latin typeface="Calibri" panose="020F0502020204030204" pitchFamily="34" charset="0"/>
                        </a:rPr>
                        <a:t>Aspect​</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9DC3E6"/>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Separate Extension BO (RAP)​</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9DC3E6"/>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Native Extension of Standard Tables​</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9DC3E6"/>
                    </a:solidFill>
                  </a:tcPr>
                </a:tc>
                <a:extLst>
                  <a:ext uri="{0D108BD9-81ED-4DB2-BD59-A6C34878D82A}">
                    <a16:rowId xmlns:a16="http://schemas.microsoft.com/office/drawing/2014/main" val="2598958814"/>
                  </a:ext>
                </a:extLst>
              </a:tr>
              <a:tr h="454751">
                <a:tc>
                  <a:txBody>
                    <a:bodyPr/>
                    <a:lstStyle/>
                    <a:p>
                      <a:pPr algn="l" fontAlgn="base">
                        <a:lnSpc>
                          <a:spcPts val="1650"/>
                        </a:lnSpc>
                        <a:buNone/>
                      </a:pPr>
                      <a:r>
                        <a:rPr lang="en-US" sz="1200" b="1" i="0">
                          <a:solidFill>
                            <a:srgbClr val="000000"/>
                          </a:solidFill>
                          <a:effectLst/>
                          <a:latin typeface="Calibri" panose="020F0502020204030204" pitchFamily="34" charset="0"/>
                        </a:rPr>
                        <a:t>Core idea</a:t>
                      </a:r>
                      <a:r>
                        <a:rPr lang="en-US" sz="1200" b="0" i="0">
                          <a:solidFill>
                            <a:srgbClr val="000000"/>
                          </a:solidFill>
                          <a:effectLst/>
                          <a:latin typeface="Calibri" panose="020F0502020204030204" pitchFamily="34" charset="0"/>
                        </a:rPr>
                        <a:t>​</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Custom RAP BO associated with PO via released APIs​</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Append fields directly to standard PO tables​</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79913144"/>
                  </a:ext>
                </a:extLst>
              </a:tr>
              <a:tr h="653020">
                <a:tc>
                  <a:txBody>
                    <a:bodyPr/>
                    <a:lstStyle/>
                    <a:p>
                      <a:pPr algn="l" fontAlgn="base">
                        <a:lnSpc>
                          <a:spcPts val="1650"/>
                        </a:lnSpc>
                        <a:buNone/>
                      </a:pPr>
                      <a:r>
                        <a:rPr lang="en-US" sz="1200" b="1" i="0">
                          <a:solidFill>
                            <a:srgbClr val="000000"/>
                          </a:solidFill>
                          <a:effectLst/>
                          <a:latin typeface="Calibri" panose="020F0502020204030204" pitchFamily="34" charset="0"/>
                        </a:rPr>
                        <a:t>Clean Core alignment</a:t>
                      </a:r>
                      <a:r>
                        <a:rPr lang="en-US" sz="1200" b="0" i="0">
                          <a:solidFill>
                            <a:srgbClr val="000000"/>
                          </a:solidFill>
                          <a:effectLst/>
                          <a:latin typeface="Calibri" panose="020F0502020204030204" pitchFamily="34" charset="0"/>
                        </a:rPr>
                        <a:t>​</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Strong – no modification of SAP objects​</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Weak – modifies SAP-owned tables​</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2138355679"/>
                  </a:ext>
                </a:extLst>
              </a:tr>
              <a:tr h="653020">
                <a:tc>
                  <a:txBody>
                    <a:bodyPr/>
                    <a:lstStyle/>
                    <a:p>
                      <a:pPr algn="l" fontAlgn="base">
                        <a:lnSpc>
                          <a:spcPts val="1650"/>
                        </a:lnSpc>
                        <a:buNone/>
                      </a:pPr>
                      <a:r>
                        <a:rPr lang="en-US" sz="1200" b="1" i="0">
                          <a:solidFill>
                            <a:srgbClr val="000000"/>
                          </a:solidFill>
                          <a:effectLst/>
                          <a:latin typeface="Calibri" panose="020F0502020204030204" pitchFamily="34" charset="0"/>
                        </a:rPr>
                        <a:t>Ownership clarity</a:t>
                      </a:r>
                      <a:r>
                        <a:rPr lang="en-US" sz="1200" b="0" i="0">
                          <a:solidFill>
                            <a:srgbClr val="000000"/>
                          </a:solidFill>
                          <a:effectLst/>
                          <a:latin typeface="Calibri" panose="020F0502020204030204" pitchFamily="34" charset="0"/>
                        </a:rPr>
                        <a:t>​</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Clear separation of SAP vs custom responsibility​</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Custom and standard responsibilities are mixed​</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1182673617"/>
                  </a:ext>
                </a:extLst>
              </a:tr>
              <a:tr h="454751">
                <a:tc>
                  <a:txBody>
                    <a:bodyPr/>
                    <a:lstStyle/>
                    <a:p>
                      <a:pPr algn="l" fontAlgn="base">
                        <a:lnSpc>
                          <a:spcPts val="1650"/>
                        </a:lnSpc>
                        <a:buNone/>
                      </a:pPr>
                      <a:r>
                        <a:rPr lang="en-US" sz="1200" b="1" i="0">
                          <a:solidFill>
                            <a:srgbClr val="000000"/>
                          </a:solidFill>
                          <a:effectLst/>
                          <a:latin typeface="Calibri" panose="020F0502020204030204" pitchFamily="34" charset="0"/>
                        </a:rPr>
                        <a:t>Implementation effort</a:t>
                      </a:r>
                      <a:r>
                        <a:rPr lang="en-US" sz="1200" b="0" i="0">
                          <a:solidFill>
                            <a:srgbClr val="000000"/>
                          </a:solidFill>
                          <a:effectLst/>
                          <a:latin typeface="Calibri" panose="020F0502020204030204" pitchFamily="34" charset="0"/>
                        </a:rPr>
                        <a:t>​</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Higher (BO modeling, associations, services)​</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Low (append + BAdI)​</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3885628236"/>
                  </a:ext>
                </a:extLst>
              </a:tr>
              <a:tr h="653020">
                <a:tc>
                  <a:txBody>
                    <a:bodyPr/>
                    <a:lstStyle/>
                    <a:p>
                      <a:pPr algn="l" fontAlgn="base">
                        <a:lnSpc>
                          <a:spcPts val="1650"/>
                        </a:lnSpc>
                        <a:buNone/>
                      </a:pPr>
                      <a:r>
                        <a:rPr lang="en-US" sz="1200" b="1" i="0">
                          <a:solidFill>
                            <a:srgbClr val="000000"/>
                          </a:solidFill>
                          <a:effectLst/>
                          <a:latin typeface="Calibri" panose="020F0502020204030204" pitchFamily="34" charset="0"/>
                        </a:rPr>
                        <a:t>Transactional coupling</a:t>
                      </a:r>
                      <a:r>
                        <a:rPr lang="en-US" sz="1200" b="0" i="0">
                          <a:solidFill>
                            <a:srgbClr val="000000"/>
                          </a:solidFill>
                          <a:effectLst/>
                          <a:latin typeface="Calibri" panose="020F0502020204030204" pitchFamily="34" charset="0"/>
                        </a:rPr>
                        <a:t>​</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Limited / indirect​</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Strong (single LUW, native processing)​</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3111305099"/>
                  </a:ext>
                </a:extLst>
              </a:tr>
              <a:tr h="454751">
                <a:tc>
                  <a:txBody>
                    <a:bodyPr/>
                    <a:lstStyle/>
                    <a:p>
                      <a:pPr algn="l" fontAlgn="base">
                        <a:lnSpc>
                          <a:spcPts val="1650"/>
                        </a:lnSpc>
                        <a:buNone/>
                      </a:pPr>
                      <a:r>
                        <a:rPr lang="en-US" sz="1200" b="1" i="0">
                          <a:solidFill>
                            <a:srgbClr val="000000"/>
                          </a:solidFill>
                          <a:effectLst/>
                          <a:latin typeface="Calibri" panose="020F0502020204030204" pitchFamily="34" charset="0"/>
                        </a:rPr>
                        <a:t>Use of classic ABAP enhancements</a:t>
                      </a:r>
                      <a:r>
                        <a:rPr lang="en-US" sz="1200" b="0" i="0">
                          <a:solidFill>
                            <a:srgbClr val="000000"/>
                          </a:solidFill>
                          <a:effectLst/>
                          <a:latin typeface="Calibri" panose="020F0502020204030204" pitchFamily="34" charset="0"/>
                        </a:rPr>
                        <a:t>​</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Limited​</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Full (BAdIs, exits, determinations)​</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867907578"/>
                  </a:ext>
                </a:extLst>
              </a:tr>
              <a:tr h="259694">
                <a:tc>
                  <a:txBody>
                    <a:bodyPr/>
                    <a:lstStyle/>
                    <a:p>
                      <a:pPr algn="l" fontAlgn="base">
                        <a:lnSpc>
                          <a:spcPts val="1650"/>
                        </a:lnSpc>
                        <a:buNone/>
                      </a:pPr>
                      <a:r>
                        <a:rPr lang="en-US" sz="1200" b="1" i="0">
                          <a:solidFill>
                            <a:srgbClr val="000000"/>
                          </a:solidFill>
                          <a:effectLst/>
                          <a:latin typeface="Calibri" panose="020F0502020204030204" pitchFamily="34" charset="0"/>
                        </a:rPr>
                        <a:t>1‑to‑1 field extension</a:t>
                      </a:r>
                      <a:r>
                        <a:rPr lang="en-US" sz="1200" b="0" i="0">
                          <a:solidFill>
                            <a:srgbClr val="000000"/>
                          </a:solidFill>
                          <a:effectLst/>
                          <a:latin typeface="Calibri" panose="020F0502020204030204" pitchFamily="34" charset="0"/>
                        </a:rPr>
                        <a:t>​</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Supported​</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Supported​</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2071398392"/>
                  </a:ext>
                </a:extLst>
              </a:tr>
              <a:tr h="454751">
                <a:tc>
                  <a:txBody>
                    <a:bodyPr/>
                    <a:lstStyle/>
                    <a:p>
                      <a:pPr algn="l" fontAlgn="base">
                        <a:lnSpc>
                          <a:spcPts val="1650"/>
                        </a:lnSpc>
                        <a:buNone/>
                      </a:pPr>
                      <a:r>
                        <a:rPr lang="en-US" sz="1200" b="1" i="0">
                          <a:solidFill>
                            <a:srgbClr val="000000"/>
                          </a:solidFill>
                          <a:effectLst/>
                          <a:latin typeface="Calibri" panose="020F0502020204030204" pitchFamily="34" charset="0"/>
                        </a:rPr>
                        <a:t>1‑to‑N extension capability</a:t>
                      </a:r>
                      <a:r>
                        <a:rPr lang="en-US" sz="1200" b="0" i="0">
                          <a:solidFill>
                            <a:srgbClr val="000000"/>
                          </a:solidFill>
                          <a:effectLst/>
                          <a:latin typeface="Calibri" panose="020F0502020204030204" pitchFamily="34" charset="0"/>
                        </a:rPr>
                        <a:t>​</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Fully supported (own tables, compositions)​</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Not supported (append fields only)​</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2133914963"/>
                  </a:ext>
                </a:extLst>
              </a:tr>
              <a:tr h="454751">
                <a:tc>
                  <a:txBody>
                    <a:bodyPr/>
                    <a:lstStyle/>
                    <a:p>
                      <a:pPr algn="l" fontAlgn="base">
                        <a:lnSpc>
                          <a:spcPts val="1650"/>
                        </a:lnSpc>
                        <a:buNone/>
                      </a:pPr>
                      <a:r>
                        <a:rPr lang="en-US" sz="1200" b="1" i="0">
                          <a:solidFill>
                            <a:srgbClr val="000000"/>
                          </a:solidFill>
                          <a:effectLst/>
                          <a:latin typeface="Calibri" panose="020F0502020204030204" pitchFamily="34" charset="0"/>
                        </a:rPr>
                        <a:t>Data model flexibility</a:t>
                      </a:r>
                      <a:r>
                        <a:rPr lang="en-US" sz="1200" b="0" i="0">
                          <a:solidFill>
                            <a:srgbClr val="000000"/>
                          </a:solidFill>
                          <a:effectLst/>
                          <a:latin typeface="Calibri" panose="020F0502020204030204" pitchFamily="34" charset="0"/>
                        </a:rPr>
                        <a:t>​</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a:solidFill>
                            <a:srgbClr val="000000"/>
                          </a:solidFill>
                          <a:effectLst/>
                          <a:latin typeface="Calibri" panose="020F0502020204030204" pitchFamily="34" charset="0"/>
                        </a:rPr>
                        <a:t>✅ High (own persistence, lifecycle control)​</a:t>
                      </a:r>
                      <a:endParaRPr lang="en-US" sz="1800" b="0" i="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tc>
                  <a:txBody>
                    <a:bodyPr/>
                    <a:lstStyle/>
                    <a:p>
                      <a:pPr algn="l" fontAlgn="base">
                        <a:lnSpc>
                          <a:spcPts val="1650"/>
                        </a:lnSpc>
                        <a:buNone/>
                      </a:pPr>
                      <a:r>
                        <a:rPr lang="en-US" sz="1200" b="0" i="0" dirty="0">
                          <a:solidFill>
                            <a:srgbClr val="000000"/>
                          </a:solidFill>
                          <a:effectLst/>
                          <a:latin typeface="Calibri" panose="020F0502020204030204" pitchFamily="34" charset="0"/>
                        </a:rPr>
                        <a:t>⚠ limited​</a:t>
                      </a:r>
                      <a:endParaRPr lang="en-US" sz="1800" b="0" i="0" dirty="0">
                        <a:solidFill>
                          <a:srgbClr val="000000"/>
                        </a:solidFill>
                        <a:effectLst/>
                      </a:endParaRPr>
                    </a:p>
                  </a:txBody>
                  <a:tcPr marL="78310" marR="78310" marT="39155" marB="39155" anchor="ctr">
                    <a:lnL w="7430" cap="flat" cmpd="sng" algn="ctr">
                      <a:solidFill>
                        <a:srgbClr val="000000"/>
                      </a:solidFill>
                      <a:prstDash val="solid"/>
                      <a:round/>
                      <a:headEnd type="none" w="med" len="med"/>
                      <a:tailEnd type="none" w="med" len="med"/>
                    </a:lnL>
                    <a:lnR w="7430" cap="flat" cmpd="sng" algn="ctr">
                      <a:solidFill>
                        <a:srgbClr val="000000"/>
                      </a:solidFill>
                      <a:prstDash val="solid"/>
                      <a:round/>
                      <a:headEnd type="none" w="med" len="med"/>
                      <a:tailEnd type="none" w="med" len="med"/>
                    </a:lnR>
                    <a:lnT w="7430" cap="flat" cmpd="sng" algn="ctr">
                      <a:solidFill>
                        <a:srgbClr val="000000"/>
                      </a:solidFill>
                      <a:prstDash val="solid"/>
                      <a:round/>
                      <a:headEnd type="none" w="med" len="med"/>
                      <a:tailEnd type="none" w="med" len="med"/>
                    </a:lnT>
                    <a:lnB w="743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813741881"/>
                  </a:ext>
                </a:extLst>
              </a:tr>
            </a:tbl>
          </a:graphicData>
        </a:graphic>
      </p:graphicFrame>
      <p:sp>
        <p:nvSpPr>
          <p:cNvPr id="5" name="Rectangle 1">
            <a:extLst>
              <a:ext uri="{FF2B5EF4-FFF2-40B4-BE49-F238E27FC236}">
                <a16:creationId xmlns:a16="http://schemas.microsoft.com/office/drawing/2014/main" id="{862DA92E-D431-3411-488E-F2A8305CC50E}"/>
              </a:ext>
            </a:extLst>
          </p:cNvPr>
          <p:cNvSpPr>
            <a:spLocks noChangeArrowheads="1"/>
          </p:cNvSpPr>
          <p:nvPr/>
        </p:nvSpPr>
        <p:spPr bwMode="auto">
          <a:xfrm flipV="1">
            <a:off x="-3126570" y="956992"/>
            <a:ext cx="240576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DE" altLang="en-DE"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DE" altLang="en-DE"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DE" altLang="en-DE" sz="1800" b="0" i="0" u="none" strike="noStrike" cap="none" normalizeH="0" baseline="0">
              <a:ln>
                <a:noFill/>
              </a:ln>
              <a:solidFill>
                <a:schemeClr val="tx1"/>
              </a:solidFill>
              <a:effectLst/>
              <a:latin typeface="Arial" panose="020B0604020202020204" pitchFamily="34" charset="0"/>
            </a:endParaRPr>
          </a:p>
        </p:txBody>
      </p:sp>
    </p:spTree>
    <p:custDataLst>
      <p:custData r:id="rId1"/>
      <p:custData r:id="rId2"/>
    </p:custDataLst>
    <p:extLst>
      <p:ext uri="{BB962C8B-B14F-4D97-AF65-F5344CB8AC3E}">
        <p14:creationId xmlns:p14="http://schemas.microsoft.com/office/powerpoint/2010/main" val="1089049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D81427A-88FB-9D57-7D90-D9B337CD67C8}"/>
              </a:ext>
            </a:extLst>
          </p:cNvPr>
          <p:cNvSpPr>
            <a:spLocks noGrp="1"/>
          </p:cNvSpPr>
          <p:nvPr>
            <p:ph type="body" sz="quarter" idx="10"/>
          </p:nvPr>
        </p:nvSpPr>
        <p:spPr>
          <a:xfrm>
            <a:off x="504000" y="1152144"/>
            <a:ext cx="10926000" cy="5201031"/>
          </a:xfrm>
        </p:spPr>
        <p:txBody>
          <a:bodyPr vert="horz" lIns="0" tIns="0" rIns="0" bIns="0" rtlCol="0" anchor="t">
            <a:noAutofit/>
          </a:bodyPr>
          <a:lstStyle/>
          <a:p>
            <a:pPr marL="342900" indent="-342900">
              <a:buFont typeface="Wingdings" pitchFamily="2" charset="2"/>
              <a:buChar char="Ø"/>
            </a:pPr>
            <a:r>
              <a:rPr lang="en-DE" dirty="0">
                <a:hlinkClick r:id="rId2"/>
              </a:rPr>
              <a:t>Wdf11 GxP enablement WiKi</a:t>
            </a:r>
            <a:endParaRPr lang="en-DE" dirty="0"/>
          </a:p>
          <a:p>
            <a:pPr marL="594900" lvl="1" indent="-342900">
              <a:buFont typeface="Wingdings" pitchFamily="2" charset="2"/>
              <a:buChar char="Ø"/>
            </a:pPr>
            <a:r>
              <a:rPr lang="en-DE" dirty="0"/>
              <a:t>Mandatory Training to get onboarded</a:t>
            </a:r>
          </a:p>
          <a:p>
            <a:pPr marL="594900" lvl="1" indent="-342900">
              <a:buFont typeface="Wingdings" pitchFamily="2" charset="2"/>
              <a:buChar char="Ø"/>
            </a:pPr>
            <a:r>
              <a:rPr lang="en-DE" dirty="0"/>
              <a:t>Workstream Kick Offs</a:t>
            </a:r>
          </a:p>
          <a:p>
            <a:pPr marL="594900" lvl="1" indent="-342900">
              <a:buFont typeface="Wingdings" pitchFamily="2" charset="2"/>
              <a:buChar char="Ø"/>
            </a:pPr>
            <a:r>
              <a:rPr lang="en-DE" dirty="0"/>
              <a:t>UX discussions and Figma</a:t>
            </a:r>
            <a:endParaRPr lang="en-US" dirty="0"/>
          </a:p>
          <a:p>
            <a:pPr marL="594900" lvl="1" indent="-342900">
              <a:buFont typeface="Wingdings" pitchFamily="2" charset="2"/>
              <a:buChar char="Ø"/>
            </a:pPr>
            <a:endParaRPr lang="en-US" kern="0" dirty="0">
              <a:latin typeface="Aptos"/>
              <a:ea typeface="72 Brand"/>
              <a:cs typeface="Arial"/>
              <a:hlinkClick r:id="rId3"/>
            </a:endParaRPr>
          </a:p>
          <a:p>
            <a:pPr marL="342900" indent="-342900">
              <a:buFont typeface="Wingdings" pitchFamily="2" charset="2"/>
              <a:buChar char="Ø"/>
            </a:pPr>
            <a:r>
              <a:rPr lang="en-US" kern="0" dirty="0">
                <a:latin typeface="Aptos"/>
                <a:ea typeface="72 Brand"/>
                <a:cs typeface="Arial"/>
                <a:hlinkClick r:id="rId3"/>
              </a:rPr>
              <a:t>ACD_GxP_E_sign.docx</a:t>
            </a:r>
            <a:endParaRPr lang="en-US" kern="0" dirty="0">
              <a:latin typeface="Aptos"/>
              <a:ea typeface="72 Brand"/>
              <a:cs typeface="Arial"/>
            </a:endParaRPr>
          </a:p>
          <a:p>
            <a:pPr marL="342900" indent="-342900">
              <a:buFont typeface="Wingdings" pitchFamily="2" charset="2"/>
              <a:buChar char="Ø"/>
            </a:pPr>
            <a:r>
              <a:rPr lang="en-US" kern="0" dirty="0">
                <a:latin typeface="Aptos"/>
                <a:ea typeface="72 Brand"/>
                <a:cs typeface="Arial"/>
                <a:hlinkClick r:id="rId4"/>
              </a:rPr>
              <a:t>CGTO ACD</a:t>
            </a:r>
            <a:endParaRPr lang="en-US" kern="0" dirty="0">
              <a:latin typeface="Aptos"/>
              <a:ea typeface="72 Brand"/>
              <a:cs typeface="Arial"/>
            </a:endParaRPr>
          </a:p>
          <a:p>
            <a:pPr marL="342900" indent="-342900">
              <a:buFont typeface="Wingdings" pitchFamily="2" charset="2"/>
              <a:buChar char="Ø"/>
            </a:pPr>
            <a:endParaRPr lang="en-US" kern="0" dirty="0">
              <a:latin typeface="Aptos"/>
              <a:ea typeface="72 Brand"/>
              <a:cs typeface="Arial"/>
            </a:endParaRPr>
          </a:p>
          <a:p>
            <a:pPr marL="342900" indent="-342900">
              <a:buFont typeface="Wingdings" pitchFamily="2" charset="2"/>
              <a:buChar char="Ø"/>
            </a:pPr>
            <a:r>
              <a:rPr lang="en-US" kern="0" dirty="0">
                <a:latin typeface="Aptos"/>
                <a:ea typeface="72 Brand"/>
                <a:cs typeface="Arial"/>
              </a:rPr>
              <a:t>Contact details:</a:t>
            </a:r>
          </a:p>
          <a:p>
            <a:pPr marL="594360" lvl="1" indent="-342900">
              <a:buFont typeface="Wingdings" pitchFamily="2" charset="2"/>
              <a:buChar char="Ø"/>
            </a:pPr>
            <a:r>
              <a:rPr lang="en-US" kern="0" dirty="0" err="1">
                <a:latin typeface="Aptos"/>
                <a:ea typeface="72 Brand"/>
                <a:cs typeface="Arial"/>
              </a:rPr>
              <a:t>eSignature:Chatterjee</a:t>
            </a:r>
            <a:r>
              <a:rPr lang="en-US" kern="0" dirty="0">
                <a:latin typeface="Aptos"/>
                <a:ea typeface="72 Brand"/>
                <a:cs typeface="Arial"/>
              </a:rPr>
              <a:t>, </a:t>
            </a:r>
            <a:r>
              <a:rPr lang="en-US" kern="0" dirty="0" err="1">
                <a:latin typeface="Aptos"/>
                <a:ea typeface="72 Brand"/>
                <a:cs typeface="Arial"/>
              </a:rPr>
              <a:t>Swarnava</a:t>
            </a:r>
            <a:r>
              <a:rPr lang="en-US" kern="0" dirty="0">
                <a:latin typeface="Aptos"/>
                <a:ea typeface="72 Brand"/>
                <a:cs typeface="Arial"/>
              </a:rPr>
              <a:t> </a:t>
            </a:r>
            <a:r>
              <a:rPr lang="en-US" kern="0" dirty="0">
                <a:latin typeface="Aptos"/>
                <a:ea typeface="72 Brand"/>
                <a:cs typeface="Arial"/>
                <a:hlinkClick r:id="rId5"/>
              </a:rPr>
              <a:t>swarnava.chatterjee@sap.com</a:t>
            </a:r>
            <a:r>
              <a:rPr lang="en-US" kern="0" dirty="0">
                <a:latin typeface="Aptos"/>
                <a:ea typeface="72 Brand"/>
                <a:cs typeface="Arial"/>
              </a:rPr>
              <a:t> ; K A L, Karthikeyan </a:t>
            </a:r>
            <a:r>
              <a:rPr lang="en-US" kern="0" dirty="0">
                <a:latin typeface="Aptos"/>
                <a:ea typeface="72 Brand"/>
                <a:cs typeface="Arial"/>
                <a:hlinkClick r:id="rId6"/>
              </a:rPr>
              <a:t>karthikeyan.k.a.l@sap.com</a:t>
            </a:r>
            <a:r>
              <a:rPr lang="en-US" kern="0" dirty="0">
                <a:latin typeface="Aptos"/>
                <a:ea typeface="72 Brand"/>
                <a:cs typeface="Arial"/>
              </a:rPr>
              <a:t> ; </a:t>
            </a:r>
            <a:r>
              <a:rPr lang="es-ES" kern="0" dirty="0">
                <a:latin typeface="Aptos"/>
                <a:ea typeface="72 Brand"/>
                <a:cs typeface="Arial"/>
              </a:rPr>
              <a:t>Gupta, Yadesh </a:t>
            </a:r>
            <a:r>
              <a:rPr lang="es-ES" kern="0" dirty="0">
                <a:latin typeface="Aptos"/>
                <a:ea typeface="72 Brand"/>
                <a:cs typeface="Arial"/>
                <a:hlinkClick r:id="rId7"/>
              </a:rPr>
              <a:t>ya.gupta@sap.com</a:t>
            </a:r>
            <a:r>
              <a:rPr lang="es-ES" kern="0" dirty="0">
                <a:latin typeface="Aptos"/>
                <a:ea typeface="72 Brand"/>
                <a:cs typeface="Arial"/>
              </a:rPr>
              <a:t> </a:t>
            </a:r>
            <a:endParaRPr lang="en-US" kern="0" dirty="0">
              <a:latin typeface="Aptos"/>
              <a:ea typeface="72 Brand"/>
              <a:cs typeface="Arial"/>
            </a:endParaRPr>
          </a:p>
          <a:p>
            <a:pPr marL="594360" lvl="1" indent="-342900">
              <a:buFont typeface="Wingdings" pitchFamily="2" charset="2"/>
              <a:buChar char="Ø"/>
            </a:pPr>
            <a:r>
              <a:rPr lang="en-US" kern="0" dirty="0">
                <a:latin typeface="Aptos"/>
                <a:ea typeface="72 Brand"/>
                <a:cs typeface="Arial"/>
              </a:rPr>
              <a:t>CGTO: </a:t>
            </a:r>
            <a:r>
              <a:rPr lang="it-IT" kern="0" dirty="0" err="1">
                <a:latin typeface="Aptos"/>
                <a:ea typeface="72 Brand"/>
                <a:cs typeface="Arial"/>
              </a:rPr>
              <a:t>Wu</a:t>
            </a:r>
            <a:r>
              <a:rPr lang="it-IT" kern="0" dirty="0">
                <a:latin typeface="Aptos"/>
                <a:ea typeface="72 Brand"/>
                <a:cs typeface="Arial"/>
              </a:rPr>
              <a:t>, Loring </a:t>
            </a:r>
            <a:r>
              <a:rPr lang="it-IT" kern="0" dirty="0">
                <a:latin typeface="Aptos"/>
                <a:ea typeface="72 Brand"/>
                <a:cs typeface="Arial"/>
                <a:hlinkClick r:id="rId8"/>
              </a:rPr>
              <a:t>loring.wu@sap.com</a:t>
            </a:r>
            <a:r>
              <a:rPr lang="it-IT" kern="0" dirty="0">
                <a:latin typeface="Aptos"/>
                <a:ea typeface="72 Brand"/>
                <a:cs typeface="Arial"/>
              </a:rPr>
              <a:t>; Meenakshisundaram, Sathishkumar </a:t>
            </a:r>
            <a:r>
              <a:rPr lang="it-IT" kern="0" dirty="0">
                <a:latin typeface="Aptos"/>
                <a:ea typeface="72 Brand"/>
                <a:cs typeface="Arial"/>
                <a:hlinkClick r:id="rId9"/>
              </a:rPr>
              <a:t>sathishkumar.meenakshisundaram@sap.com</a:t>
            </a:r>
            <a:r>
              <a:rPr lang="it-IT" kern="0" dirty="0">
                <a:latin typeface="Aptos"/>
                <a:ea typeface="72 Brand"/>
                <a:cs typeface="Arial"/>
              </a:rPr>
              <a:t> ; </a:t>
            </a:r>
            <a:r>
              <a:rPr lang="en-US" kern="0" dirty="0">
                <a:latin typeface="Aptos"/>
                <a:ea typeface="72 Brand"/>
                <a:cs typeface="Arial"/>
              </a:rPr>
              <a:t>Natesan, Viswanath </a:t>
            </a:r>
            <a:r>
              <a:rPr lang="en-US" kern="0" dirty="0">
                <a:latin typeface="Aptos"/>
                <a:ea typeface="72 Brand"/>
                <a:cs typeface="Arial"/>
                <a:hlinkClick r:id="rId10"/>
              </a:rPr>
              <a:t>viswanath.natesan@sap.com</a:t>
            </a:r>
            <a:r>
              <a:rPr lang="en-US" kern="0" dirty="0">
                <a:latin typeface="Aptos"/>
                <a:ea typeface="72 Brand"/>
                <a:cs typeface="Arial"/>
              </a:rPr>
              <a:t> </a:t>
            </a:r>
          </a:p>
          <a:p>
            <a:pPr marL="594360" lvl="1" indent="-342900">
              <a:buFont typeface="Wingdings" pitchFamily="2" charset="2"/>
              <a:buChar char="Ø"/>
            </a:pPr>
            <a:r>
              <a:rPr lang="en-US" kern="0" dirty="0" err="1">
                <a:latin typeface="Aptos"/>
                <a:ea typeface="72 Brand"/>
                <a:cs typeface="Arial"/>
              </a:rPr>
              <a:t>GxP</a:t>
            </a:r>
            <a:r>
              <a:rPr lang="en-US" kern="0" dirty="0">
                <a:latin typeface="Aptos"/>
                <a:ea typeface="72 Brand"/>
                <a:cs typeface="Arial"/>
              </a:rPr>
              <a:t> </a:t>
            </a:r>
            <a:r>
              <a:rPr lang="en-US" kern="0" dirty="0" err="1">
                <a:latin typeface="Aptos"/>
                <a:ea typeface="72 Brand"/>
                <a:cs typeface="Arial"/>
              </a:rPr>
              <a:t>LeverX</a:t>
            </a:r>
            <a:r>
              <a:rPr lang="en-US" kern="0" dirty="0">
                <a:latin typeface="Aptos"/>
                <a:ea typeface="72 Brand"/>
                <a:cs typeface="Arial"/>
              </a:rPr>
              <a:t> resource: </a:t>
            </a:r>
            <a:r>
              <a:rPr lang="en-US" kern="0" dirty="0">
                <a:ea typeface="+mn-lt"/>
                <a:cs typeface="+mn-lt"/>
              </a:rPr>
              <a:t>Muradli, Rashad (external - Service) </a:t>
            </a:r>
            <a:r>
              <a:rPr lang="en-US" kern="0" dirty="0">
                <a:ea typeface="+mn-lt"/>
                <a:cs typeface="+mn-lt"/>
                <a:hlinkClick r:id="rId11"/>
              </a:rPr>
              <a:t>&lt;rashad.muradli@sap.com</a:t>
            </a:r>
            <a:r>
              <a:rPr lang="en-US" kern="0" dirty="0">
                <a:ea typeface="+mn-lt"/>
                <a:cs typeface="+mn-lt"/>
              </a:rPr>
              <a:t>&gt; </a:t>
            </a:r>
            <a:endParaRPr lang="en-US" kern="0" dirty="0">
              <a:latin typeface="Aptos"/>
              <a:ea typeface="72 Brand"/>
              <a:cs typeface="Arial"/>
            </a:endParaRPr>
          </a:p>
          <a:p>
            <a:pPr marL="594900" lvl="1" indent="-342900">
              <a:buFont typeface="Wingdings" pitchFamily="2" charset="2"/>
              <a:buChar char="Ø"/>
            </a:pPr>
            <a:endParaRPr lang="en-US" dirty="0"/>
          </a:p>
          <a:p>
            <a:pPr marL="594900" lvl="1" indent="-342900">
              <a:buChar char="Ø"/>
            </a:pPr>
            <a:endParaRPr lang="en-US" dirty="0">
              <a:ea typeface="72 Brand"/>
            </a:endParaRPr>
          </a:p>
          <a:p>
            <a:pPr lvl="1" indent="0">
              <a:buNone/>
            </a:pPr>
            <a:endParaRPr lang="en-US" dirty="0">
              <a:ea typeface="72 Brand"/>
            </a:endParaRPr>
          </a:p>
        </p:txBody>
      </p:sp>
      <p:sp>
        <p:nvSpPr>
          <p:cNvPr id="4" name="Title 3">
            <a:extLst>
              <a:ext uri="{FF2B5EF4-FFF2-40B4-BE49-F238E27FC236}">
                <a16:creationId xmlns:a16="http://schemas.microsoft.com/office/drawing/2014/main" id="{1CCF1349-4371-4982-C8DD-260B7A39F4BA}"/>
              </a:ext>
            </a:extLst>
          </p:cNvPr>
          <p:cNvSpPr>
            <a:spLocks noGrp="1"/>
          </p:cNvSpPr>
          <p:nvPr>
            <p:ph type="title"/>
          </p:nvPr>
        </p:nvSpPr>
        <p:spPr/>
        <p:txBody>
          <a:bodyPr/>
          <a:lstStyle/>
          <a:p>
            <a:r>
              <a:rPr lang="en-US">
                <a:latin typeface="72 Brand Medium"/>
              </a:rPr>
              <a:t>Contact Details and Links</a:t>
            </a:r>
            <a:endParaRPr lang="en-DE"/>
          </a:p>
        </p:txBody>
      </p:sp>
    </p:spTree>
    <p:extLst>
      <p:ext uri="{BB962C8B-B14F-4D97-AF65-F5344CB8AC3E}">
        <p14:creationId xmlns:p14="http://schemas.microsoft.com/office/powerpoint/2010/main" val="756943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82E1AAFF-1E2C-BA7C-652C-1636590F3874}"/>
              </a:ext>
            </a:extLst>
          </p:cNvPr>
          <p:cNvSpPr>
            <a:spLocks noGrp="1"/>
          </p:cNvSpPr>
          <p:nvPr>
            <p:ph type="title"/>
          </p:nvPr>
        </p:nvSpPr>
        <p:spPr>
          <a:xfrm>
            <a:off x="504000" y="4024430"/>
            <a:ext cx="5466588" cy="998420"/>
          </a:xfrm>
        </p:spPr>
        <p:txBody>
          <a:bodyPr wrap="square" anchor="t">
            <a:noAutofit/>
          </a:bodyPr>
          <a:lstStyle/>
          <a:p>
            <a:r>
              <a:rPr lang="en-GB"/>
              <a:t>Thank you.</a:t>
            </a:r>
            <a:endParaRPr lang="en-DE"/>
          </a:p>
        </p:txBody>
      </p:sp>
      <p:sp>
        <p:nvSpPr>
          <p:cNvPr id="14" name="Rectangle 13">
            <a:extLst>
              <a:ext uri="{FF2B5EF4-FFF2-40B4-BE49-F238E27FC236}">
                <a16:creationId xmlns:a16="http://schemas.microsoft.com/office/drawing/2014/main" id="{5D168AC6-192D-0FFB-B713-A8589CCDB693}"/>
              </a:ext>
              <a:ext uri="{C183D7F6-B498-43B3-948B-1728B52AA6E4}">
                <adec:decorative xmlns:adec="http://schemas.microsoft.com/office/drawing/2017/decorative" val="1"/>
              </a:ext>
            </a:extLst>
          </p:cNvPr>
          <p:cNvSpPr/>
          <p:nvPr/>
        </p:nvSpPr>
        <p:spPr bwMode="gray">
          <a:xfrm>
            <a:off x="0" y="-1"/>
            <a:ext cx="12195175" cy="3432176"/>
          </a:xfrm>
          <a:prstGeom prst="rect">
            <a:avLst/>
          </a:prstGeom>
          <a:solidFill>
            <a:srgbClr val="002A86"/>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GB"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11" name="Rectangle 10">
            <a:extLst>
              <a:ext uri="{FF2B5EF4-FFF2-40B4-BE49-F238E27FC236}">
                <a16:creationId xmlns:a16="http://schemas.microsoft.com/office/drawing/2014/main" id="{7D40CC36-5166-BB3B-66BC-86FBAECE2A47}"/>
              </a:ext>
              <a:ext uri="{C183D7F6-B498-43B3-948B-1728B52AA6E4}">
                <adec:decorative xmlns:adec="http://schemas.microsoft.com/office/drawing/2017/decorative" val="1"/>
              </a:ext>
            </a:extLst>
          </p:cNvPr>
          <p:cNvSpPr/>
          <p:nvPr/>
        </p:nvSpPr>
        <p:spPr bwMode="gray">
          <a:xfrm>
            <a:off x="7877176" y="6952560"/>
            <a:ext cx="4317999" cy="731625"/>
          </a:xfrm>
          <a:prstGeom prst="rect">
            <a:avLst/>
          </a:prstGeom>
          <a:solidFill>
            <a:srgbClr val="FFF3B8"/>
          </a:solidFill>
          <a:ln w="25400" algn="ctr">
            <a:no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en-GB" sz="1800" kern="0">
                <a:latin typeface="+mn-lt"/>
                <a:ea typeface="72 Brand" pitchFamily="34" charset="-128"/>
                <a:cs typeface="72 Brand" pitchFamily="34" charset="-128"/>
              </a:rPr>
              <a:t>Use the </a:t>
            </a:r>
            <a:r>
              <a:rPr lang="en-GB" sz="1800" kern="0">
                <a:latin typeface="+mn-lt"/>
                <a:ea typeface="72 Brand" pitchFamily="34" charset="-128"/>
                <a:cs typeface="72 Brand" pitchFamily="34" charset="-128"/>
                <a:hlinkClick r:id="rId5"/>
              </a:rPr>
              <a:t>QR code generator </a:t>
            </a:r>
            <a:r>
              <a:rPr lang="en-GB" sz="1800" kern="0">
                <a:latin typeface="+mn-lt"/>
                <a:ea typeface="72 Brand" pitchFamily="34" charset="-128"/>
                <a:cs typeface="72 Brand" pitchFamily="34" charset="-128"/>
              </a:rPr>
              <a:t>to create a QR code for your preferred link. </a:t>
            </a:r>
            <a:endParaRPr kumimoji="0" lang="en-DE" sz="1800" b="0" i="0" u="none" strike="noStrike" kern="0" cap="none" spc="0" normalizeH="0" baseline="0" noProof="0">
              <a:ln>
                <a:noFill/>
              </a:ln>
              <a:effectLst/>
              <a:uLnTx/>
              <a:uFillTx/>
              <a:latin typeface="+mn-lt"/>
              <a:ea typeface="72 Brand" pitchFamily="34" charset="-128"/>
              <a:cs typeface="72 Brand" pitchFamily="34" charset="-128"/>
            </a:endParaRPr>
          </a:p>
        </p:txBody>
      </p:sp>
      <p:pic>
        <p:nvPicPr>
          <p:cNvPr id="3" name="Graphic 2">
            <a:extLst>
              <a:ext uri="{FF2B5EF4-FFF2-40B4-BE49-F238E27FC236}">
                <a16:creationId xmlns:a16="http://schemas.microsoft.com/office/drawing/2014/main" id="{103B715F-D440-6C43-A15F-471D1586146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rcRect l="3222" t="-905" r="42169" b="50012"/>
          <a:stretch/>
        </p:blipFill>
        <p:spPr>
          <a:xfrm>
            <a:off x="82550" y="101600"/>
            <a:ext cx="12045950" cy="3327400"/>
          </a:xfrm>
          <a:prstGeom prst="rect">
            <a:avLst/>
          </a:prstGeom>
        </p:spPr>
      </p:pic>
      <p:pic>
        <p:nvPicPr>
          <p:cNvPr id="4" name="Picture 2">
            <a:extLst>
              <a:ext uri="{FF2B5EF4-FFF2-40B4-BE49-F238E27FC236}">
                <a16:creationId xmlns:a16="http://schemas.microsoft.com/office/drawing/2014/main" id="{D636529B-1346-F436-9709-532B067E748B}"/>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37850" y="4024430"/>
            <a:ext cx="998420" cy="998420"/>
          </a:xfrm>
          <a:prstGeom prst="rect">
            <a:avLst/>
          </a:prstGeom>
          <a:noFill/>
          <a:extLst>
            <a:ext uri="{909E8E84-426E-40DD-AFC4-6F175D3DCCD1}">
              <a14:hiddenFill xmlns:a14="http://schemas.microsoft.com/office/drawing/2010/main">
                <a:solidFill>
                  <a:srgbClr val="FFFFFF"/>
                </a:solidFill>
              </a14:hiddenFill>
            </a:ext>
          </a:extLst>
        </p:spPr>
      </p:pic>
      <p:sp>
        <p:nvSpPr>
          <p:cNvPr id="5" name="Spaker name - Dynamic" descr="{&quot;templafy&quot;:{&quot;id&quot;:&quot;e90670ed-0a71-48fa-b5dc-5108019ab0c1&quot;}}">
            <a:extLst>
              <a:ext uri="{FF2B5EF4-FFF2-40B4-BE49-F238E27FC236}">
                <a16:creationId xmlns:a16="http://schemas.microsoft.com/office/drawing/2014/main" id="{8C09A092-678E-1725-E7AF-4AEB3E1144A6}"/>
              </a:ext>
            </a:extLst>
          </p:cNvPr>
          <p:cNvSpPr txBox="1">
            <a:spLocks/>
          </p:cNvSpPr>
          <p:nvPr/>
        </p:nvSpPr>
        <p:spPr>
          <a:xfrm>
            <a:off x="8129589" y="4022725"/>
            <a:ext cx="2608263" cy="260517"/>
          </a:xfrm>
          <a:prstGeom prst="rect">
            <a:avLst/>
          </a:prstGeom>
          <a:noFill/>
        </p:spPr>
        <p:txBody>
          <a:bodyPr wrap="square" lIns="0" tIns="0" rIns="0" bIns="0" rtlCol="0" anchor="t" anchorCtr="0">
            <a:noAutofit/>
          </a:bodyPr>
          <a:lstStyle/>
          <a:p>
            <a:pPr algn="l"/>
            <a:r>
              <a:rPr lang="en-GB" sz="1400">
                <a:latin typeface="72 Brand Medium" panose="020B0604030603020204" pitchFamily="34" charset="0"/>
                <a:cs typeface="72" panose="020B0503030000000003" pitchFamily="34" charset="0"/>
              </a:rPr>
              <a:t>Name</a:t>
            </a:r>
          </a:p>
        </p:txBody>
      </p:sp>
      <p:sp>
        <p:nvSpPr>
          <p:cNvPr id="13" name="Spaker name - Dynamic" descr="{&quot;templafy&quot;:{&quot;id&quot;:&quot;b8876b49-3579-4000-bba6-01f2db4105cb&quot;}}">
            <a:extLst>
              <a:ext uri="{FF2B5EF4-FFF2-40B4-BE49-F238E27FC236}">
                <a16:creationId xmlns:a16="http://schemas.microsoft.com/office/drawing/2014/main" id="{DD99D408-C300-52A0-82D2-F61863D98749}"/>
              </a:ext>
            </a:extLst>
          </p:cNvPr>
          <p:cNvSpPr txBox="1">
            <a:spLocks/>
          </p:cNvSpPr>
          <p:nvPr/>
        </p:nvSpPr>
        <p:spPr>
          <a:xfrm>
            <a:off x="8129588" y="4302958"/>
            <a:ext cx="2608263" cy="1321555"/>
          </a:xfrm>
          <a:prstGeom prst="rect">
            <a:avLst/>
          </a:prstGeom>
          <a:noFill/>
        </p:spPr>
        <p:txBody>
          <a:bodyPr wrap="square" lIns="0" tIns="0" rIns="0" bIns="0" rtlCol="0" anchor="t" anchorCtr="0">
            <a:noAutofit/>
          </a:bodyPr>
          <a:lstStyle/>
          <a:p>
            <a:pPr algn="l"/>
            <a:r>
              <a:rPr lang="en-GB" sz="1400">
                <a:latin typeface="72 Brand" panose="020B0504030603020204" pitchFamily="34" charset="0"/>
                <a:cs typeface="72" panose="020B0503030000000003" pitchFamily="34" charset="0"/>
              </a:rPr>
              <a:t>WDF11 PO team</a:t>
            </a:r>
          </a:p>
        </p:txBody>
      </p:sp>
    </p:spTree>
    <p:custDataLst>
      <p:custData r:id="rId1"/>
      <p:custData r:id="rId2"/>
    </p:custDataLst>
    <p:extLst>
      <p:ext uri="{BB962C8B-B14F-4D97-AF65-F5344CB8AC3E}">
        <p14:creationId xmlns:p14="http://schemas.microsoft.com/office/powerpoint/2010/main" val="34973942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TOCShowsSubsections Dividers SectionNumber SlideNumber"/>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heme/theme1.xml><?xml version="1.0" encoding="utf-8"?>
<a:theme xmlns:a="http://schemas.openxmlformats.org/drawingml/2006/main" name="SAP Template">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8575"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400" b="0" i="0" u="none" strike="noStrike" kern="0" cap="none" spc="0" normalizeH="0" baseline="0" noProof="0" dirty="0" err="1"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28575">
          <a:noFill/>
        </a:ln>
      </a:spPr>
      <a:bodyPr wrap="square" lIns="0" tIns="0" rIns="0" bIns="0" rtlCol="0">
        <a:spAutoFit/>
      </a:bodyPr>
      <a:lstStyle>
        <a:defPPr algn="l" fontAlgn="base">
          <a:spcBef>
            <a:spcPct val="50000"/>
          </a:spcBef>
          <a:spcAft>
            <a:spcPct val="0"/>
          </a:spcAft>
          <a:buClr>
            <a:schemeClr val="tx1"/>
          </a:buClr>
          <a:buSzPct val="100000"/>
          <a:defRPr sz="14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SAP S4HANA Cloud.pptx" id="{B0D3956D-EF6F-4A3F-A8B2-2BDDBDE82888}" vid="{C52FAAC3-460F-4999-876F-B928C4FC740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0FCFAFA-D3D3-1441-8101-DA629D03A5D9}">
  <we:reference id="b0692d11-e342-a550-cfba-e8c57e47b8f1" version="1.0.0.8"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E65AE667-A5F5-0F47-8627-5174A8B7EA47}">
  <we:reference id="b8d7a30b-109c-4c41-a1df-a6cb639730b5" version="2.0.0.5"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4F7D27B400D8C4689C3710CB7A5AC99" ma:contentTypeVersion="7" ma:contentTypeDescription="Create a new document." ma:contentTypeScope="" ma:versionID="d2fecd32bca9b6ff7e2761ae024bb86c">
  <xsd:schema xmlns:xsd="http://www.w3.org/2001/XMLSchema" xmlns:xs="http://www.w3.org/2001/XMLSchema" xmlns:p="http://schemas.microsoft.com/office/2006/metadata/properties" xmlns:ns2="cd3c6295-3ebd-4607-a937-feb5cb950816" targetNamespace="http://schemas.microsoft.com/office/2006/metadata/properties" ma:root="true" ma:fieldsID="ef20471ef5a64b558cba4b8902f5c4b3" ns2:_="">
    <xsd:import namespace="cd3c6295-3ebd-4607-a937-feb5cb95081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c6295-3ebd-4607-a937-feb5cb9508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TemplafySlideTemplateConfiguration><![CDATA[{"slideVersion":3,"isValidatorEnabled":false,"isLocked":false,"elementsMetadata":[],"slideId":"1328131217384275974","enableDocumentContentUpdater":false,"version":"2.0"}]]></TemplafySlideTemplateConfiguration>
</file>

<file path=customXml/item3.xml><?xml version="1.0" encoding="utf-8"?>
<TemplafySlideTemplateConfiguration><![CDATA[{"slideVersion":3,"isValidatorEnabled":false,"isLocked":false,"elementsMetadata":[{"type":"shape","elementConfiguration":{"binding":"{{Form.SpeakerName}}","visibility":"","type":"text","disableUpdates":false,"renderAsMarkdown":false}},{"type":"shape","elementConfiguration":{"binding":"{{Form.Position}}\n{{Form.Address}}\n{{Form.City}} \n{{Form.Email}}","visibility":"","type":"text","disableUpdates":false,"renderAsMarkdown":false}}],"slideId":"1328131217384275984","enableDocumentContentUpdater":false,"version":"2.0"}]]></TemplafySlideTemplateConfiguration>
</file>

<file path=customXml/item4.xml><?xml version="1.0" encoding="utf-8"?>
<TemplafySlideFormConfiguration><![CDATA[{"formFields":[],"formDataEntries":[]}]]></TemplafySlideFormConfiguration>
</file>

<file path=customXml/item5.xml><?xml version="1.0" encoding="utf-8"?>
<TemplafySlideFormConfiguration><![CDATA[{"formFields":[{"distinct":false,"hideIfNoUserInteractionRequired":false,"required":true,"autoSelectFirstOption":false,"shareValue":false,"type":"dropDown","dataSourceName":"PPTSubBrandLogos2023","dataSourceFieldName":"Name","name":"SAPLogo","label":"Select Template"},{"required":false,"placeholder":"","lines":1,"defaultValue":"{{StringJoin(\" \", UserProfile.FirstName,UserProfile.LastName)}}","helpTexts":{"prefix":"After your name, include your preferred pronouns (they/them, she/her, he/him)."},"shareValue":false,"type":"textBox","name":"SpeakerName","label":"Name and Pronouns"},{"required":false,"shareValue":false,"type":"datePicker","name":"Date","label":"Date"}],"formDataEntries":[]}]]></TemplafySlideFormConfiguration>
</file>

<file path=customXml/item6.xml><?xml version="1.0" encoding="utf-8"?>
<TemplafySlideFormConfiguration><![CDATA[{"formFields":[],"formDataEntries":[]}]]></TemplafySlideFormConfiguration>
</file>

<file path=customXml/item7.xml><?xml version="1.0" encoding="utf-8"?>
<TemplafySlideFormConfiguration><![CDATA[{"formFields":[],"formDataEntries":[]}]]></TemplafySlideFormConfiguration>
</file>

<file path=customXml/item8.xml><?xml version="1.0" encoding="utf-8"?>
<p:properties xmlns:p="http://schemas.microsoft.com/office/2006/metadata/properties" xmlns:xsi="http://www.w3.org/2001/XMLSchema-instance" xmlns:pc="http://schemas.microsoft.com/office/infopath/2007/PartnerControls">
  <documentManagement/>
</p:properties>
</file>

<file path=customXml/item9.xml><?xml version="1.0" encoding="utf-8"?>
<TemplafySlideFormConfiguration><![CDATA[{"formFields":[],"formDataEntries":[]}]]></TemplafySlideFormConfiguration>
</file>

<file path=customXml/item10.xml><?xml version="1.0" encoding="utf-8"?>
<TemplafySlideTemplateConfiguration><![CDATA[{"slideVersion":3,"isValidatorEnabled":false,"isLocked":false,"elementsMetadata":[],"slideId":"1328131217384275974","enableDocumentContentUpdater":false,"version":"2.0"}]]></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slideVersion":3,"isValidatorEnabled":false,"isLocked":false,"elementsMetadata":[],"slideId":"1328131217384275974","enableDocumentContentUpdater":false,"version":"2.0"}]]></TemplafySlideTemplateConfiguration>
</file>

<file path=customXml/item13.xml><?xml version="1.0" encoding="utf-8"?>
<TemplafySlideFormConfiguration><![CDATA[{"formFields":[],"formDataEntries":[]}]]></TemplafySlideFormConfiguration>
</file>

<file path=customXml/item14.xml><?xml version="1.0" encoding="utf-8"?>
<TemplafySlideFormConfiguration><![CDATA[{"formFields":[],"formDataEntries":[]}]]></TemplafySlideFormConfiguration>
</file>

<file path=customXml/item15.xml><?xml version="1.0" encoding="utf-8"?>
<TemplafyFormConfiguration><![CDATA[{"formFields":[{"distinct":false,"hideIfNoUserInteractionRequired":false,"required":true,"autoSelectFirstOption":false,"shareValue":false,"type":"dropDown","dataSourceName":"PPTSubBrandLogos2023","dataSourceFieldName":"Name","name":"SAPLogo","label":"Select Template"},{"required":false,"placeholder":"","lines":1,"defaultValue":"{{StringJoin(\" \", UserProfile.FirstName,UserProfile.LastName)}}","helpTexts":{"prefix":"After your name, include your preferred pronouns (they/them, she/her, he/him)."},"shareValue":false,"type":"textBox","name":"SpeakerName","label":"Name and Pronouns"},{"required":false,"shareValue":false,"type":"datePicker","name":"Date","label":"Date"},{"helpTexts":{},"spacing":{},"type":"instructions","name":"Following_information_will_appear_on_the_Thank_You_slide","label":"Following information will appear on the Thank You slide:"},{"required":false,"placeholder":"","lines":1,"defaultValue":"{{UserProfile.JobTitle}}","helpTexts":{},"spacing":{},"shareValue":false,"type":"textBox","name":"Position","label":"Job title"},{"required":false,"placeholder":"","lines":1,"defaultValue":"{{UserProfile.Address.Address}}","helpTexts":{},"spacing":{},"shareValue":false,"type":"textBox","name":"Address","label":"Address"},{"required":false,"placeholder":"","lines":1,"defaultValue":"{{UserProfile.Address.Zip}} {{UserProfile.City.Name}}","helpTexts":{},"spacing":{},"shareValue":false,"type":"textBox","name":"City","label":"City"},{"required":false,"placeholder":"","lines":1,"defaultValue":"{{UserProfile.Email}}","shareValue":false,"type":"textBox","name":"Email","label":"Email"}],"formDataEntries":[{"name":"SAPLogo","value":"fjhHyMYkzMxM4BvCYrWlgXz/g9I8TMFHRZv40wDRUOE="},{"name":"SpeakerName","value":"YnPwfaWtJd9yqRikMcavEg=="},{"name":"Date","value":"u7dVzEP5xrCymksMpLsL/Q=="},{"name":"Position","value":"hYE270aCl4QYJbxjf8yhcg=="},{"name":"Address","value":"J74SXewwIr7FPA+NOqR3Bw=="},{"name":"City","value":"0MNcblTGsky7bw1+X2Efyg=="},{"name":"Email","value":"v35+JSpO6F5yjM5PrFdVwQ=="}]}]]></TemplafyFormConfiguration>
</file>

<file path=customXml/item16.xml><?xml version="1.0" encoding="utf-8"?>
<?mso-contentType ?>
<FormTemplates xmlns="http://schemas.microsoft.com/sharepoint/v3/contenttype/forms">
  <Display>DocumentLibraryForm</Display>
  <Edit>DocumentLibraryForm</Edit>
  <New>DocumentLibraryForm</New>
</FormTemplates>
</file>

<file path=customXml/item17.xml><?xml version="1.0" encoding="utf-8"?>
<TemplafySlideTemplateConfiguration><![CDATA[{"slideVersion":3,"isValidatorEnabled":false,"isLocked":false,"elementsMetadata":[],"slideId":"1328131217384275972","enableDocumentContentUpdater":false,"version":"2.0"}]]></TemplafySlideTemplateConfiguration>
</file>

<file path=customXml/item18.xml><?xml version="1.0" encoding="utf-8"?>
<TemplafySlideTemplateConfiguration><![CDATA[{"slideVersion":3,"isValidatorEnabled":false,"isLocked":false,"elementsMetadata":[],"slideId":"1328131217384275974","enableDocumentContentUpdater":false,"version":"2.0"}]]></TemplafySlideTemplateConfiguration>
</file>

<file path=customXml/item19.xml><?xml version="1.0" encoding="utf-8"?>
<TemplafySlideTemplateConfiguration><![CDATA[{"slideVersion":3,"isValidatorEnabled":false,"isLocked":false,"elementsMetadata":[],"slideId":"1328131217384275974","enableDocumentContentUpdater":false,"version":"2.0"}]]></TemplafySlideTemplateConfiguration>
</file>

<file path=customXml/item20.xml><?xml version="1.0" encoding="utf-8"?>
<TemplafySlideFormConfiguration><![CDATA[{"formFields":[],"formDataEntries":[]}]]></TemplafySlideFormConfiguration>
</file>

<file path=customXml/item21.xml><?xml version="1.0" encoding="utf-8"?>
<TemplafySlideTemplateConfiguration><![CDATA[{"slideVersion":3,"isValidatorEnabled":false,"isLocked":false,"elementsMetadata":[],"slideId":"1328131217384275974","enableDocumentContentUpdater":false,"version":"2.0"}]]></TemplafySlideTemplateConfiguration>
</file>

<file path=customXml/item22.xml><?xml version="1.0" encoding="utf-8"?>
<TemplafySlideFormConfiguration><![CDATA[{"formFields":[],"formDataEntries":[]}]]></TemplafySlideFormConfiguration>
</file>

<file path=customXml/item23.xml><?xml version="1.0" encoding="utf-8"?>
<TemplafySlideTemplateConfiguration><![CDATA[{"slideVersion":3,"isValidatorEnabled":false,"isLocked":false,"elementsMetadata":[],"slideId":"1328131217384275974","enableDocumentContentUpdater":false,"version":"2.0"}]]></TemplafySlideTemplateConfiguration>
</file>

<file path=customXml/item24.xml><?xml version="1.0" encoding="utf-8"?>
<TemplafyTemplateConfiguration><![CDATA[{"elementsMetadata":[{"type":"shape","id":"dc285ecd-cc57-445a-a122-9995d101d3e2","elementConfiguration":{"inheritDimensions":"{{InheritDimensions.InheritNone}}","width":"","height":"1 cm","image":"{{Form.SAPLogo.SubbrandWhite}}","visibility":"","type":"image","disableUpdates":false}},{"type":"shape","id":"6f223dcf-81f9-4d5d-b29b-fc7928bd77c7","elementConfiguration":{"inheritDimensions":"{{InheritDimensions.InheritNone}}","width":"","height":"1 cm","image":"{{Form.SAPLogo.SubbrandWhite}}","visibility":"","type":"image","disableUpdates":false}},{"type":"shape","id":"02de1167-c7a6-444a-bbec-d4a32027ed58","elementConfiguration":{"inheritDimensions":"{{InheritDimensions.InheritNone}}","width":"","height":"1 cm","image":"{{Form.SAPLogo.SubbrandBlue}}","visibility":"","type":"image","disableUpdates":false}},{"type":"shape","id":"ebb781f1-233c-413b-ba43-1c8c2ecb5565","elementConfiguration":{"inheritDimensions":"{{InheritDimensions.InheritNone}}","width":"","height":"1 cm","image":"{{Form.SAPLogo.SubbrandBlue}}","visibility":"","type":"image","disableUpdates":false}},{"type":"shape","id":"528d5bde-e5fd-47d0-a568-d9288af7ee82","elementConfiguration":{"inheritDimensions":"{{InheritDimensions.InheritNone}}","width":"","height":"1 cm","image":"{{Form.SAPLogo.SubbrandBlack}}","visibility":"","type":"image","disableUpdates":false}},{"type":"shape","id":"19613a61-37f7-403e-8a9d-0953593464e8","elementConfiguration":{"inheritDimensions":"{{InheritDimensions.InheritNone}}","width":"","height":"1 cm","image":"{{Form.SAPLogo.SubbrandWhite}}","visibility":"","type":"image","disableUpdates":false}},{"type":"shape","id":"68a657a3-0b2e-4f49-92b6-b2c39d4456da","elementConfiguration":{"inheritDimensions":"{{InheritDimensions.InheritNone}}","width":"","height":"1 cm","image":"{{Form.SAPLogo.SubbrandBlue}}","visibility":"","type":"image","disableUpdates":false}},{"type":"shape","id":"93b110c8-1146-4ec3-ba31-28434e342774","elementConfiguration":{"inheritDimensions":"{{InheritDimensions.InheritNone}}","width":"","height":"1 cm","image":"{{Form.SAPLogo.SubbrandWhite}}","visibility":"","type":"image","disableUpdates":false}},{"type":"shape","id":"be010b5a-8f1c-49b8-adfa-ec128397bcbe","elementConfiguration":{"inheritDimensions":"{{InheritDimensions.InheritNone}}","width":"","height":"1 cm","image":"{{Form.SAPLogo.SubbrandWhite}}","visibility":"","type":"image","disableUpdates":false}},{"type":"shape","id":"b0589ca1-4ce0-4076-b0d2-81b852a4f587","elementConfiguration":{"inheritDimensions":"{{InheritDimensions.InheritNone}}","width":"","height":"1 cm","image":"{{Form.SAPLogo.SubbrandBlack}}","visibility":"","type":"image","disableUpdates":false}},{"type":"shape","id":"42fee049-a9ec-47b8-8500-50f635e5b29a","elementConfiguration":{"inheritDimensions":"{{InheritDimensions.InheritNone}}","width":"","height":"1 cm","image":"{{Form.SAPLogo.SubbrandWhite}}","visibility":"","type":"image","disableUpdates":false}},{"type":"shape","id":"a86d9ecd-5e73-4671-901a-34e76030a3f2","elementConfiguration":{"inheritDimensions":"{{InheritDimensions.InheritNone}}","width":"","height":"1 cm","image":"{{Form.SAPLogo.SubbrandBlue}}","visibility":"","type":"image","disableUpdates":false}},{"type":"shape","id":"0066b16e-2e1d-47c5-9d91-ec9e6252739d","elementConfiguration":{"inheritDimensions":"{{InheritDimensions.InheritNone}}","width":"","height":"1 cm","image":"{{Form.SAPLogo.SubbrandBlack}}","visibility":"","type":"image","disableUpdates":false}},{"type":"shape","id":"9f8efc70-9d3f-4c85-a1ab-91abd433b01f","elementConfiguration":{"inheritDimensions":"{{InheritDimensions.InheritNone}}","width":"","height":"1 cm","image":"{{Form.SAPLogo.SubbrandBlue}}","visibility":"","type":"image","disableUpdates":false}},{"type":"shape","id":"a636ad95-8249-4013-b71b-c9b4d417f80a","elementConfiguration":{"binding":"{{StringJoin(\", \", Form.SpeakerName,\"SAP\")}}","visibility":"","type":"text","disableUpdates":false,"renderAsMarkdown":false}},{"type":"shape","id":"b3c95c8d-1cbe-40de-a77f-f9d5ce72388a","elementConfiguration":{"binding":"{{FormatDateTime(Form.Date,\"MMMM dd, yyyy\",\"en-US\")}}","visibility":"","type":"text","disableUpdates":false,"renderAsMarkdown":false}},{"type":"shape","id":"e90670ed-0a71-48fa-b5dc-5108019ab0c1","elementConfiguration":{"binding":"{{Form.SpeakerName}}","visibility":"","type":"text","disableUpdates":false,"renderAsMarkdown":false}},{"type":"shape","id":"b8876b49-3579-4000-bba6-01f2db4105cb","elementConfiguration":{"binding":"{{Form.Position}}\n{{Form.Address}}\n{{Form.City}} \n{{Form.Email}}","visibility":"","type":"text","disableUpdates":false,"renderAsMarkdown":false}},{"type":"shape","id":"e5db986f-e225-4bed-a8c6-e16e9c32a325","elementConfiguration":{"binding":"{{StringJoin(\", \", Form.SpeakerName,\"SAP\")}}","visibility":"","type":"text","disableUpdates":false,"renderAsMarkdown":false}},{"type":"shape","id":"7da0c123-9b12-4123-82f0-e9865f66055e","elementConfiguration":{"binding":"{{FormatDateTime(Form.Date,\"MMMM dd, yyyy\",\"en-US\")}}","visibility":"","type":"text","disableUpdates":false,"renderAsMarkdown":false}},{"type":"shape","id":"813b55b4-aa95-4dc5-93e2-c5bb33767f42","elementConfiguration":{"binding":"{{StringJoin(\", \", Form.SpeakerName,\"SAP\")}}","visibility":"","type":"text","disableUpdates":false,"renderAsMarkdown":false}},{"type":"shape","id":"c118d997-8571-42b6-9448-edbe6a546073","elementConfiguration":{"binding":"{{FormatDateTime(Form.Date,\"MMMM dd, yyyy\",\"en-US\")}}","visibility":"","type":"text","disableUpdates":false,"renderAsMarkdown":false}},{"type":"shape","id":"52e4003e-4473-4d2e-ac34-2d55cec1bd72","elementConfiguration":{"binding":"{{StringJoin(\", \", Form.SpeakerName,\"SAP\")}}","visibility":"","type":"text","disableUpdates":false,"renderAsMarkdown":false}},{"type":"shape","id":"29f80055-a844-404f-9dfc-923cd793bd4d","elementConfiguration":{"binding":"{{FormatDateTime(Form.Date,\"MMMM dd, yyyy\",\"en-US\")}}","visibility":"","type":"text","disableUpdates":false,"renderAsMarkdown":false}}],"transformationConfigurations":[],"templateName":"SAP Corp","templateDescription":"","enableDocumentContentUpdater":true,"version":"2.0"}]]></TemplafyTemplateConfiguration>
</file>

<file path=customXml/item25.xml><?xml version="1.0" encoding="utf-8"?>
<TemplafySlideTemplateConfiguration><![CDATA[{"slideVersion":3,"isValidatorEnabled":false,"isLocked":false,"elementsMetadata":[],"slideId":"1328131217384275974","enableDocumentContentUpdater":false,"version":"2.0"}]]></TemplafySlideTemplateConfiguration>
</file>

<file path=customXml/item26.xml><?xml version="1.0" encoding="utf-8"?>
<TemplafySlideFormConfiguration><![CDATA[{"formFields":[],"formDataEntries":[]}]]></TemplafySlideFormConfiguration>
</file>

<file path=customXml/item27.xml><?xml version="1.0" encoding="utf-8"?>
<TemplafySlideFormConfiguration><![CDATA[{"formFields":[{"required":false,"placeholder":"","lines":1,"defaultValue":"{{StringJoin(\" \", UserProfile.FirstName,UserProfile.LastName)}}","helpTexts":{"prefix":"After your name, include your preferred pronouns (they/them, she/her, he/him)."},"shareValue":false,"type":"textBox","name":"SpeakerName","label":"Name and Pronouns"},{"required":false,"placeholder":"","lines":1,"defaultValue":"{{UserProfile.JobTitle}}","helpTexts":{},"spacing":{},"shareValue":false,"type":"textBox","name":"Position","label":"Job title"},{"required":false,"placeholder":"","lines":1,"defaultValue":"{{UserProfile.Address.Address}}","helpTexts":{},"spacing":{},"shareValue":false,"type":"textBox","name":"Address","label":"Address"},{"required":false,"placeholder":"","lines":1,"defaultValue":"{{UserProfile.Address.Zip}} {{UserProfile.City.Name}}","helpTexts":{},"spacing":{},"shareValue":false,"type":"textBox","name":"City","label":"City"},{"required":false,"placeholder":"","lines":1,"defaultValue":"{{UserProfile.Email}}","shareValue":false,"type":"textBox","name":"Email","label":"Email"}],"formDataEntries":[]}]]></TemplafySlideFormConfiguration>
</file>

<file path=customXml/item28.xml><?xml version="1.0" encoding="utf-8"?>
<TemplafySlideTemplateConfiguration><![CDATA[{"slideVersion":3,"isValidatorEnabled":false,"isLocked":false,"elementsMetadata":[{"type":"shape","elementConfiguration":{"binding":"{{StringJoin(\", \", Form.SpeakerName,\"SAP\")}}","visibility":"","type":"text","disableUpdates":false,"renderAsMarkdown":false}},{"type":"shape","elementConfiguration":{"binding":"{{FormatDateTime(Form.Date,\"MMMM dd, yyyy\",\"en-US\")}}","visibility":"","type":"text","disableUpdates":false,"renderAsMarkdown":false}},{"type":"shape","elementConfiguration":{"inheritDimensions":"{{InheritDimensions.InheritNone}}","width":"","height":"1 cm","image":"{{Form.SAPLogo.SubbrandBlue}}","visibility":"","type":"image","disableUpdates":false}}],"slideId":"1328131217384275968","enableDocumentContentUpdater":false,"version":"2.0"}]]></TemplafySlideTemplateConfiguration>
</file>

<file path=customXml/item29.xml><?xml version="1.0" encoding="utf-8"?>
<TemplafySlideTemplateConfiguration><![CDATA[{"slideVersion":3,"isValidatorEnabled":false,"isLocked":false,"elementsMetadata":[],"slideId":"1328131217384275974","enableDocumentContentUpdater":false,"version":"2.0"}]]></TemplafySlideTemplateConfiguration>
</file>

<file path=customXml/itemProps1.xml><?xml version="1.0" encoding="utf-8"?>
<ds:datastoreItem xmlns:ds="http://schemas.openxmlformats.org/officeDocument/2006/customXml" ds:itemID="{70F19C72-CCE6-40C7-B146-2D1C6FC5E9C7}"/>
</file>

<file path=customXml/itemProps2.xml><?xml version="1.0" encoding="utf-8"?>
<ds:datastoreItem xmlns:ds="http://schemas.openxmlformats.org/officeDocument/2006/customXml" ds:itemID="{973529C3-DEBE-469A-8B87-ABD99F07688B}">
  <ds:schemaRefs/>
</ds:datastoreItem>
</file>

<file path=customXml/itemProps3.xml><?xml version="1.0" encoding="utf-8"?>
<ds:datastoreItem xmlns:ds="http://schemas.openxmlformats.org/officeDocument/2006/customXml" ds:itemID="{8DB0A96E-6777-4404-88E8-A679525071C5}">
  <ds:schemaRefs/>
</ds:datastoreItem>
</file>

<file path=customXml/itemProps4.xml><?xml version="1.0" encoding="utf-8"?>
<ds:datastoreItem xmlns:ds="http://schemas.openxmlformats.org/officeDocument/2006/customXml" ds:itemID="{A0BFCECA-5676-4F8F-95F4-E3945158F3DF}">
  <ds:schemaRefs/>
</ds:datastoreItem>
</file>

<file path=customXml/itemProps5.xml><?xml version="1.0" encoding="utf-8"?>
<ds:datastoreItem xmlns:ds="http://schemas.openxmlformats.org/officeDocument/2006/customXml" ds:itemID="{25EC09BA-905F-4676-960C-1AA7F01E1A45}">
  <ds:schemaRefs/>
</ds:datastoreItem>
</file>

<file path=customXml/itemProps6.xml><?xml version="1.0" encoding="utf-8"?>
<ds:datastoreItem xmlns:ds="http://schemas.openxmlformats.org/officeDocument/2006/customXml" ds:itemID="{974AF1F5-4F03-9847-84A4-8948CAEAAA5B}">
  <ds:schemaRefs/>
</ds:datastoreItem>
</file>

<file path=customXml/itemProps7.xml><?xml version="1.0" encoding="utf-8"?>
<ds:datastoreItem xmlns:ds="http://schemas.openxmlformats.org/officeDocument/2006/customXml" ds:itemID="{7191A31C-0001-4F47-9681-3BF2CDE82779}">
  <ds:schemaRefs/>
</ds:datastoreItem>
</file>

<file path=customXml/itemProps8.xml><?xml version="1.0" encoding="utf-8"?>
<ds:datastoreItem xmlns:ds="http://schemas.openxmlformats.org/officeDocument/2006/customXml" ds:itemID="{C1422F45-04DB-421D-8796-270006657806}">
  <ds:schemaRefs>
    <ds:schemaRef ds:uri="http://schemas.microsoft.com/office/2006/metadata/properties"/>
    <ds:schemaRef ds:uri="http://www.w3.org/XML/1998/namespace"/>
    <ds:schemaRef ds:uri="http://purl.org/dc/terms/"/>
    <ds:schemaRef ds:uri="d1f67b9b-4ad6-49c1-ae79-baee5b5ca368"/>
    <ds:schemaRef ds:uri="6268e452-1279-4714-a6f8-b6e6dcc3e69f"/>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http://purl.org/dc/dcmitype/"/>
  </ds:schemaRefs>
</ds:datastoreItem>
</file>

<file path=customXml/itemProps9.xml><?xml version="1.0" encoding="utf-8"?>
<ds:datastoreItem xmlns:ds="http://schemas.openxmlformats.org/officeDocument/2006/customXml" ds:itemID="{8C328113-7652-4141-89EB-5189196C092F}">
  <ds:schemaRefs/>
</ds:datastoreItem>
</file>

<file path=customXml/itemProps10.xml><?xml version="1.0" encoding="utf-8"?>
<ds:datastoreItem xmlns:ds="http://schemas.openxmlformats.org/officeDocument/2006/customXml" ds:itemID="{140E9088-E4C0-6548-91C6-ED43656607B4}">
  <ds:schemaRefs/>
</ds:datastoreItem>
</file>

<file path=customXml/itemProps11.xml><?xml version="1.0" encoding="utf-8"?>
<ds:datastoreItem xmlns:ds="http://schemas.openxmlformats.org/officeDocument/2006/customXml" ds:itemID="{9C62D650-683C-3849-89E3-F6DFA5958E0E}">
  <ds:schemaRefs/>
</ds:datastoreItem>
</file>

<file path=customXml/itemProps12.xml><?xml version="1.0" encoding="utf-8"?>
<ds:datastoreItem xmlns:ds="http://schemas.openxmlformats.org/officeDocument/2006/customXml" ds:itemID="{F9F8E641-E632-DE4A-A652-E8AA617998E1}">
  <ds:schemaRefs/>
</ds:datastoreItem>
</file>

<file path=customXml/itemProps13.xml><?xml version="1.0" encoding="utf-8"?>
<ds:datastoreItem xmlns:ds="http://schemas.openxmlformats.org/officeDocument/2006/customXml" ds:itemID="{55594462-219B-7448-B54E-8E2ECE622572}">
  <ds:schemaRefs/>
</ds:datastoreItem>
</file>

<file path=customXml/itemProps14.xml><?xml version="1.0" encoding="utf-8"?>
<ds:datastoreItem xmlns:ds="http://schemas.openxmlformats.org/officeDocument/2006/customXml" ds:itemID="{C0DEE941-EF1C-43DB-ACAE-AFD4CC5878D7}">
  <ds:schemaRefs/>
</ds:datastoreItem>
</file>

<file path=customXml/itemProps15.xml><?xml version="1.0" encoding="utf-8"?>
<ds:datastoreItem xmlns:ds="http://schemas.openxmlformats.org/officeDocument/2006/customXml" ds:itemID="{CC49FFC8-2FF3-4057-96F0-3BCD1A4F0351}">
  <ds:schemaRefs/>
</ds:datastoreItem>
</file>

<file path=customXml/itemProps16.xml><?xml version="1.0" encoding="utf-8"?>
<ds:datastoreItem xmlns:ds="http://schemas.openxmlformats.org/officeDocument/2006/customXml" ds:itemID="{291DCB28-1C52-4C0E-804A-6BD2D3F0FB8D}">
  <ds:schemaRefs>
    <ds:schemaRef ds:uri="http://schemas.microsoft.com/sharepoint/v3/contenttype/forms"/>
  </ds:schemaRefs>
</ds:datastoreItem>
</file>

<file path=customXml/itemProps17.xml><?xml version="1.0" encoding="utf-8"?>
<ds:datastoreItem xmlns:ds="http://schemas.openxmlformats.org/officeDocument/2006/customXml" ds:itemID="{8A822E18-7B0C-4809-B179-DD40FFC97308}">
  <ds:schemaRefs/>
</ds:datastoreItem>
</file>

<file path=customXml/itemProps18.xml><?xml version="1.0" encoding="utf-8"?>
<ds:datastoreItem xmlns:ds="http://schemas.openxmlformats.org/officeDocument/2006/customXml" ds:itemID="{7CE852FA-A08C-42DD-AE0D-B4ACD5BB86CC}">
  <ds:schemaRefs/>
</ds:datastoreItem>
</file>

<file path=customXml/itemProps19.xml><?xml version="1.0" encoding="utf-8"?>
<ds:datastoreItem xmlns:ds="http://schemas.openxmlformats.org/officeDocument/2006/customXml" ds:itemID="{2869C6D2-928F-A64A-8963-1845A0E2EA56}">
  <ds:schemaRefs/>
</ds:datastoreItem>
</file>

<file path=customXml/itemProps20.xml><?xml version="1.0" encoding="utf-8"?>
<ds:datastoreItem xmlns:ds="http://schemas.openxmlformats.org/officeDocument/2006/customXml" ds:itemID="{BD6D50A1-D5AB-4B8C-9743-A5E4F30CC439}">
  <ds:schemaRefs/>
</ds:datastoreItem>
</file>

<file path=customXml/itemProps21.xml><?xml version="1.0" encoding="utf-8"?>
<ds:datastoreItem xmlns:ds="http://schemas.openxmlformats.org/officeDocument/2006/customXml" ds:itemID="{7A053000-1941-4945-8D6E-65B31AD5D52C}">
  <ds:schemaRefs/>
</ds:datastoreItem>
</file>

<file path=customXml/itemProps22.xml><?xml version="1.0" encoding="utf-8"?>
<ds:datastoreItem xmlns:ds="http://schemas.openxmlformats.org/officeDocument/2006/customXml" ds:itemID="{BDA10C6F-89DE-CB48-A184-DA1E36B5CF51}">
  <ds:schemaRefs/>
</ds:datastoreItem>
</file>

<file path=customXml/itemProps23.xml><?xml version="1.0" encoding="utf-8"?>
<ds:datastoreItem xmlns:ds="http://schemas.openxmlformats.org/officeDocument/2006/customXml" ds:itemID="{C06E8085-61AE-314D-AA0F-CEFF5F3E52F8}">
  <ds:schemaRefs/>
</ds:datastoreItem>
</file>

<file path=customXml/itemProps24.xml><?xml version="1.0" encoding="utf-8"?>
<ds:datastoreItem xmlns:ds="http://schemas.openxmlformats.org/officeDocument/2006/customXml" ds:itemID="{626BBCBB-1894-4E66-BA48-9E91CE3ACBA0}">
  <ds:schemaRefs/>
</ds:datastoreItem>
</file>

<file path=customXml/itemProps25.xml><?xml version="1.0" encoding="utf-8"?>
<ds:datastoreItem xmlns:ds="http://schemas.openxmlformats.org/officeDocument/2006/customXml" ds:itemID="{C15AED89-739B-49A8-AE2C-DCA6B853CF88}">
  <ds:schemaRefs/>
</ds:datastoreItem>
</file>

<file path=customXml/itemProps26.xml><?xml version="1.0" encoding="utf-8"?>
<ds:datastoreItem xmlns:ds="http://schemas.openxmlformats.org/officeDocument/2006/customXml" ds:itemID="{3061A27B-3862-4E0E-B8E5-61571C4499E3}">
  <ds:schemaRefs/>
</ds:datastoreItem>
</file>

<file path=customXml/itemProps27.xml><?xml version="1.0" encoding="utf-8"?>
<ds:datastoreItem xmlns:ds="http://schemas.openxmlformats.org/officeDocument/2006/customXml" ds:itemID="{9F687104-044A-49FD-BBC2-8EEC24DE651C}">
  <ds:schemaRefs/>
</ds:datastoreItem>
</file>

<file path=customXml/itemProps28.xml><?xml version="1.0" encoding="utf-8"?>
<ds:datastoreItem xmlns:ds="http://schemas.openxmlformats.org/officeDocument/2006/customXml" ds:itemID="{3E830938-32F9-49FC-9B2C-CACA4077E7A1}">
  <ds:schemaRefs/>
</ds:datastoreItem>
</file>

<file path=customXml/itemProps29.xml><?xml version="1.0" encoding="utf-8"?>
<ds:datastoreItem xmlns:ds="http://schemas.openxmlformats.org/officeDocument/2006/customXml" ds:itemID="{41F7DDAE-370E-4DE8-92A7-3FBD1B5199DE}">
  <ds:schemaRefs/>
</ds:datastoreItem>
</file>

<file path=docMetadata/LabelInfo.xml><?xml version="1.0" encoding="utf-8"?>
<clbl:labelList xmlns:clbl="http://schemas.microsoft.com/office/2020/mipLabelMetadata">
  <clbl:label id="{0d3b1b9e-ad63-40af-8c4f-1c93d6bb86a8}" enabled="1" method="Privileged" siteId="{42f7676c-f455-423c-82f6-dc2d99791af7}" removed="0"/>
</clbl:labelList>
</file>

<file path=docProps/app.xml><?xml version="1.0" encoding="utf-8"?>
<Properties xmlns="http://schemas.openxmlformats.org/officeDocument/2006/extended-properties" xmlns:vt="http://schemas.openxmlformats.org/officeDocument/2006/docPropsVTypes">
  <Template>SAP_S4HANA_Cloud</Template>
  <TotalTime>0</TotalTime>
  <Words>788</Words>
  <Application>Microsoft Office PowerPoint</Application>
  <PresentationFormat>Custom</PresentationFormat>
  <Paragraphs>104</Paragraphs>
  <Slides>13</Slides>
  <Notes>12</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SAP Template</vt:lpstr>
      <vt:lpstr>GxP Enablement</vt:lpstr>
      <vt:lpstr>Agenda</vt:lpstr>
      <vt:lpstr>Overview</vt:lpstr>
      <vt:lpstr>GxP Enablement – Project Scope</vt:lpstr>
      <vt:lpstr>GxP Enablement – Solution Overview (Prototype)</vt:lpstr>
      <vt:lpstr>GxP Enablement – Project Setup</vt:lpstr>
      <vt:lpstr>GxP Enablement – Contacts</vt:lpstr>
      <vt:lpstr>eSignature (on-going Topic in GxP)</vt:lpstr>
      <vt:lpstr>CGTO Enablement (POC phase)</vt:lpstr>
      <vt:lpstr>CGTO Enablement (POC phase) – API Extension</vt:lpstr>
      <vt:lpstr>CGTO Enablement (POC phase)</vt:lpstr>
      <vt:lpstr>Contact Details and Links</vt:lpstr>
      <vt:lpstr>Thank you.</vt:lpstr>
    </vt:vector>
  </TitlesOfParts>
  <Manager/>
  <Company>SAP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Nimmi Augustine, Jiss</dc:creator>
  <dc:description/>
  <cp:lastModifiedBy>Nimmi Augustine, Jiss</cp:lastModifiedBy>
  <cp:revision>163</cp:revision>
  <dcterms:created xsi:type="dcterms:W3CDTF">2026-05-26T11:57:41Z</dcterms:created>
  <dcterms:modified xsi:type="dcterms:W3CDTF">2026-06-02T14:30:20Z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0x01010094F7D27B400D8C4689C3710CB7A5AC99</vt:lpwstr>
  </property>
  <property fmtid="{D5CDD505-2E9C-101B-9397-08002B2CF9AE}" pid="4" name="Created by">
    <vt:lpwstr>omnidocs.com</vt:lpwstr>
  </property>
  <property fmtid="{D5CDD505-2E9C-101B-9397-08002B2CF9AE}" pid="5" name="ClassificationContentMarkingFooterLocations">
    <vt:lpwstr>SAP Template:12</vt:lpwstr>
  </property>
  <property fmtid="{D5CDD505-2E9C-101B-9397-08002B2CF9AE}" pid="6" name="ClassificationContentMarkingFooterText">
    <vt:lpwstr>                 INTERNAL ‒ SAP and External Parties under NDA Only</vt:lpwstr>
  </property>
  <property fmtid="{D5CDD505-2E9C-101B-9397-08002B2CF9AE}" pid="7" name="TemplafyTimeStamp">
    <vt:lpwstr>2025-12-14T08:56:23</vt:lpwstr>
  </property>
  <property fmtid="{D5CDD505-2E9C-101B-9397-08002B2CF9AE}" pid="8" name="TemplafyTenantId">
    <vt:lpwstr>sap</vt:lpwstr>
  </property>
  <property fmtid="{D5CDD505-2E9C-101B-9397-08002B2CF9AE}" pid="9" name="TemplafyTemplateId">
    <vt:lpwstr>1328131190817294516</vt:lpwstr>
  </property>
  <property fmtid="{D5CDD505-2E9C-101B-9397-08002B2CF9AE}" pid="10" name="TemplafyUserProfileId">
    <vt:lpwstr>637710449012726268</vt:lpwstr>
  </property>
  <property fmtid="{D5CDD505-2E9C-101B-9397-08002B2CF9AE}" pid="11" name="TemplafyLanguageCode">
    <vt:lpwstr>en-US</vt:lpwstr>
  </property>
  <property fmtid="{D5CDD505-2E9C-101B-9397-08002B2CF9AE}" pid="12" name="TemplafyFromBlank">
    <vt:bool>false</vt:bool>
  </property>
  <property fmtid="{D5CDD505-2E9C-101B-9397-08002B2CF9AE}" pid="13" name="MediaServiceImageTags">
    <vt:lpwstr/>
  </property>
</Properties>
</file>